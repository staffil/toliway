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50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64" r:id="rId21"/>
    <p:sldId id="265" r:id="rId22"/>
    <p:sldId id="267" r:id="rId23"/>
    <p:sldId id="268" r:id="rId24"/>
    <p:sldId id="269" r:id="rId25"/>
    <p:sldId id="270" r:id="rId26"/>
    <p:sldId id="258" r:id="rId27"/>
    <p:sldId id="259" r:id="rId28"/>
    <p:sldId id="260" r:id="rId29"/>
    <p:sldId id="261" r:id="rId30"/>
    <p:sldId id="263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3" Type="http://schemas.openxmlformats.org/officeDocument/2006/relationships/viewProps" Target="viewProps.xml"></Relationship><Relationship Id="rId34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Relationship Id="rId2" Type="http://schemas.openxmlformats.org/officeDocument/2006/relationships/image" Target="../media/fImage688428641.png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Relationship Id="rId2" Type="http://schemas.openxmlformats.org/officeDocument/2006/relationships/image" Target="../media/fImage23602698467.png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C:/Users/pract/AppData/Roaming/PolarisOffice/ETemp/12184_14153344/fImage6884286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12192635" cy="6858635"/>
          </a:xfrm>
          <a:prstGeom prst="rect"/>
          <a:noFill/>
        </p:spPr>
      </p:pic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 rot="0">
            <a:off x="914400" y="1381760"/>
            <a:ext cx="6142355" cy="23882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l">
              <a:buFontTx/>
              <a:buNone/>
              <a:defRPr lang="en-GB" altLang="en-US" sz="5000" b="1">
                <a:solidFill>
                  <a:srgbClr val="F05F5C"/>
                </a:solidFill>
              </a:defRPr>
            </a:lvl1pPr>
          </a:lstStyle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 rot="0">
            <a:off x="911225" y="3861435"/>
            <a:ext cx="6145530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 lvl="1">
              <a:buFontTx/>
              <a:buNone/>
              <a:defRPr lang="en-GB" altLang="en-US" sz="2000"/>
            </a:lvl2pPr>
            <a:lvl3pPr marL="914400" indent="0" algn="ctr" lvl="2">
              <a:buFontTx/>
              <a:buNone/>
              <a:defRPr lang="en-GB" altLang="en-US" sz="1800"/>
            </a:lvl3pPr>
            <a:lvl4pPr marL="1371600" indent="0" algn="ctr" lvl="3">
              <a:buFontTx/>
              <a:buNone/>
              <a:defRPr lang="en-GB" altLang="en-US" sz="1600"/>
            </a:lvl4pPr>
            <a:lvl5pPr marL="1828800" indent="0" algn="ctr" lvl="4">
              <a:buFontTx/>
              <a:buNone/>
              <a:defRPr lang="en-GB" altLang="en-US" sz="1600"/>
            </a:lvl5pPr>
            <a:lvl6pPr marL="2286000" indent="0" algn="ctr" lvl="5">
              <a:buFontTx/>
              <a:buNone/>
              <a:defRPr lang="en-GB" altLang="en-US" sz="1600"/>
            </a:lvl6pPr>
            <a:lvl7pPr marL="2743200" indent="0" algn="ctr" lvl="6">
              <a:buFontTx/>
              <a:buNone/>
              <a:defRPr lang="en-GB" altLang="en-US" sz="1600"/>
            </a:lvl7pPr>
            <a:lvl8pPr marL="3200400" indent="0" algn="ctr" lvl="7">
              <a:buFontTx/>
              <a:buNone/>
              <a:defRPr lang="en-GB" altLang="en-US" sz="1600"/>
            </a:lvl8pPr>
            <a:lvl9pPr marL="3657600" indent="0" algn="ctr" lvl="8">
              <a:buFontTx/>
              <a:buNone/>
              <a:defRPr lang="en-GB" altLang="en-US" sz="1600"/>
            </a:lvl9pPr>
          </a:lstStyle>
          <a:p>
            <a:pPr marL="0" indent="0">
              <a:buFontTx/>
              <a:buNone/>
            </a:pPr>
            <a:r>
              <a:rPr lang="ko-KR" altLang="en-US"/>
              <a:t>부제목을 입력하십시오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838200" y="1484630"/>
            <a:ext cx="10516235" cy="469265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구역 머리글">
    <p:bg>
      <p:bgPr>
        <a:solidFill>
          <a:srgbClr val="F05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C:/Users/pract/AppData/Roaming/PolarisOffice/ETemp/12184_14153344/fImage2360269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12192635" cy="6858635"/>
          </a:xfrm>
          <a:prstGeom prst="rect"/>
          <a:noFill/>
        </p:spPr>
      </p:pic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4400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bg1"/>
                </a:solidFill>
              </a:defRPr>
            </a:lvl1pPr>
            <a:lvl2pPr marL="457200" indent="0" lvl="1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>
              <a:buFontTx/>
              <a:buNone/>
            </a:pPr>
            <a:r>
              <a:rPr lang="ko-KR" altLang="en-US"/>
              <a:t>텍스트를 입력하십시오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sz="half" idx="1"/>
          </p:nvPr>
        </p:nvSpPr>
        <p:spPr>
          <a:xfrm rot="0">
            <a:off x="838200" y="1484630"/>
            <a:ext cx="5182235" cy="469328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6172200" y="1484630"/>
            <a:ext cx="5182235" cy="469328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40105" y="1484630"/>
            <a:ext cx="5158105" cy="82423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 b="1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2000" b="1"/>
            </a:lvl2pPr>
            <a:lvl3pPr marL="914400" indent="0" lvl="2">
              <a:buFontTx/>
              <a:buNone/>
              <a:defRPr lang="en-GB" altLang="en-US" sz="1800" b="1"/>
            </a:lvl3pPr>
            <a:lvl4pPr marL="1371600" indent="0" lvl="3">
              <a:buFontTx/>
              <a:buNone/>
              <a:defRPr lang="en-GB" altLang="en-US" sz="1600" b="1"/>
            </a:lvl4pPr>
            <a:lvl5pPr marL="1828800" indent="0" lvl="4">
              <a:buFontTx/>
              <a:buNone/>
              <a:defRPr lang="en-GB" altLang="en-US" sz="1600" b="1"/>
            </a:lvl5pPr>
            <a:lvl6pPr marL="2286000" indent="0" lvl="5">
              <a:buFontTx/>
              <a:buNone/>
              <a:defRPr lang="en-GB" altLang="en-US" sz="1600" b="1"/>
            </a:lvl6pPr>
            <a:lvl7pPr marL="2743200" indent="0" lvl="6">
              <a:buFontTx/>
              <a:buNone/>
              <a:defRPr lang="en-GB" altLang="en-US" sz="1600" b="1"/>
            </a:lvl7pPr>
            <a:lvl8pPr marL="3200400" indent="0" lvl="7">
              <a:buFontTx/>
              <a:buNone/>
              <a:defRPr lang="en-GB" altLang="en-US" sz="1600" b="1"/>
            </a:lvl8pPr>
            <a:lvl9pPr marL="3657600" indent="0" lvl="8">
              <a:buFontTx/>
              <a:buNone/>
              <a:defRPr lang="en-GB" altLang="en-US" sz="1600" b="1"/>
            </a:lvl9pPr>
          </a:lstStyle>
          <a:p>
            <a:pPr marL="0" indent="0">
              <a:buFontTx/>
              <a:buNone/>
            </a:pPr>
            <a:r>
              <a:rPr lang="ko-KR" altLang="en-US"/>
              <a:t>텍스트를 입력하십시오</a:t>
            </a:r>
            <a:endParaRPr lang="ko-KR" alt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840105" y="2505075"/>
            <a:ext cx="5158105" cy="3685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sz="quarter" idx="3"/>
          </p:nvPr>
        </p:nvSpPr>
        <p:spPr>
          <a:xfrm rot="0">
            <a:off x="6172200" y="1484630"/>
            <a:ext cx="5184140" cy="82423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 b="1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2000" b="1"/>
            </a:lvl2pPr>
            <a:lvl3pPr marL="914400" indent="0" lvl="2">
              <a:buFontTx/>
              <a:buNone/>
              <a:defRPr lang="en-GB" altLang="en-US" sz="1800" b="1"/>
            </a:lvl3pPr>
            <a:lvl4pPr marL="1371600" indent="0" lvl="3">
              <a:buFontTx/>
              <a:buNone/>
              <a:defRPr lang="en-GB" altLang="en-US" sz="1600" b="1"/>
            </a:lvl4pPr>
            <a:lvl5pPr marL="1828800" indent="0" lvl="4">
              <a:buFontTx/>
              <a:buNone/>
              <a:defRPr lang="en-GB" altLang="en-US" sz="1600" b="1"/>
            </a:lvl5pPr>
            <a:lvl6pPr marL="2286000" indent="0" lvl="5">
              <a:buFontTx/>
              <a:buNone/>
              <a:defRPr lang="en-GB" altLang="en-US" sz="1600" b="1"/>
            </a:lvl6pPr>
            <a:lvl7pPr marL="2743200" indent="0" lvl="6">
              <a:buFontTx/>
              <a:buNone/>
              <a:defRPr lang="en-GB" altLang="en-US" sz="1600" b="1"/>
            </a:lvl7pPr>
            <a:lvl8pPr marL="3200400" indent="0" lvl="7">
              <a:buFontTx/>
              <a:buNone/>
              <a:defRPr lang="en-GB" altLang="en-US" sz="1600" b="1"/>
            </a:lvl8pPr>
            <a:lvl9pPr marL="3657600" indent="0" lvl="8">
              <a:buFontTx/>
              <a:buNone/>
              <a:defRPr lang="en-GB" altLang="en-US" sz="1600" b="1"/>
            </a:lvl9pPr>
          </a:lstStyle>
          <a:p>
            <a:pPr marL="0" indent="0">
              <a:buFontTx/>
              <a:buNone/>
            </a:pPr>
            <a:r>
              <a:rPr lang="ko-KR" altLang="en-US"/>
              <a:t>텍스트를 입력하십시오</a:t>
            </a:r>
            <a:endParaRPr lang="ko-KR" altLang="en-US"/>
          </a:p>
        </p:txBody>
      </p:sp>
      <p:sp>
        <p:nvSpPr>
          <p:cNvPr id="6" name="Content Placeholder 5"/>
          <p:cNvSpPr txBox="1">
            <a:spLocks noGrp="1"/>
          </p:cNvSpPr>
          <p:nvPr>
            <p:ph type="obj" sz="quarter" idx="4"/>
          </p:nvPr>
        </p:nvSpPr>
        <p:spPr>
          <a:xfrm rot="0">
            <a:off x="6172200" y="2505075"/>
            <a:ext cx="5184140" cy="3685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  <p:sp>
        <p:nvSpPr>
          <p:cNvPr id="10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캡션 있는 콘텐츠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/>
          </p:cNvSpPr>
          <p:nvPr/>
        </p:nvSpPr>
        <p:spPr>
          <a:xfrm rot="0">
            <a:off x="0" y="0"/>
            <a:ext cx="5193665" cy="6858635"/>
          </a:xfrm>
          <a:prstGeom prst="rect"/>
          <a:solidFill>
            <a:srgbClr val="60C9DE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/>
          </a:p>
        </p:txBody>
      </p:sp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800" b="1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5615940" y="987425"/>
            <a:ext cx="5739765" cy="487426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 lvl="1">
              <a:buFontTx/>
              <a:buNone/>
              <a:defRPr lang="en-GB" altLang="en-US"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 lvl="2">
              <a:buFontTx/>
              <a:buNone/>
              <a:defRPr lang="en-GB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 lvl="3">
              <a:buFontTx/>
              <a:buNone/>
              <a:defRPr lang="en-GB" alt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 lvl="4">
              <a:buFontTx/>
              <a:buNone/>
              <a:defRPr lang="en-GB" alt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 lvl="5">
              <a:buFontTx/>
              <a:buNone/>
              <a:defRPr lang="en-GB" altLang="en-US" sz="2000"/>
            </a:lvl6pPr>
            <a:lvl7pPr marL="0" indent="0" lvl="6">
              <a:buFontTx/>
              <a:buNone/>
              <a:defRPr lang="en-GB" altLang="en-US" sz="2000"/>
            </a:lvl7pPr>
            <a:lvl8pPr marL="0" indent="0" lvl="7">
              <a:buFontTx/>
              <a:buNone/>
              <a:defRPr lang="en-GB" altLang="en-US" sz="2000"/>
            </a:lvl8pPr>
            <a:lvl9pPr marL="0" indent="0" lvl="8">
              <a:buFontTx/>
              <a:buNone/>
              <a:defRPr lang="en-GB" altLang="en-US" sz="2000"/>
            </a:lvl9pPr>
          </a:lstStyle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1600">
                <a:solidFill>
                  <a:schemeClr val="bg1"/>
                </a:solidFill>
              </a:defRPr>
            </a:lvl1pPr>
            <a:lvl2pPr marL="457200" indent="0" lvl="1">
              <a:buFontTx/>
              <a:buNone/>
              <a:defRPr lang="en-GB" altLang="en-US" sz="1400"/>
            </a:lvl2pPr>
            <a:lvl3pPr marL="914400" indent="0" lvl="2">
              <a:buFontTx/>
              <a:buNone/>
              <a:defRPr lang="en-GB" altLang="en-US" sz="1200"/>
            </a:lvl3pPr>
            <a:lvl4pPr marL="1371600" indent="0" lvl="3">
              <a:buFontTx/>
              <a:buNone/>
              <a:defRPr lang="en-GB" altLang="en-US" sz="1000"/>
            </a:lvl4pPr>
            <a:lvl5pPr marL="1828800" indent="0" lvl="4">
              <a:buFontTx/>
              <a:buNone/>
              <a:defRPr lang="en-GB" altLang="en-US" sz="1000"/>
            </a:lvl5pPr>
            <a:lvl6pPr marL="2286000" indent="0" lvl="5">
              <a:buFontTx/>
              <a:buNone/>
              <a:defRPr lang="en-GB" altLang="en-US" sz="1000"/>
            </a:lvl6pPr>
            <a:lvl7pPr marL="2743200" indent="0" lvl="6">
              <a:buFontTx/>
              <a:buNone/>
              <a:defRPr lang="en-GB" altLang="en-US" sz="1000"/>
            </a:lvl7pPr>
            <a:lvl8pPr marL="3200400" indent="0" lvl="7">
              <a:buFontTx/>
              <a:buNone/>
              <a:defRPr lang="en-GB" altLang="en-US" sz="1000"/>
            </a:lvl8pPr>
            <a:lvl9pPr marL="3657600" indent="0" lvl="8">
              <a:buFontTx/>
              <a:buNone/>
              <a:defRPr lang="en-GB" altLang="en-US" sz="1000"/>
            </a:lvl9pPr>
          </a:lstStyle>
          <a:p>
            <a:pPr marL="0" indent="0">
              <a:buFontTx/>
              <a:buNone/>
            </a:pPr>
            <a:r>
              <a:rPr lang="ko-KR" altLang="en-US"/>
              <a:t>텍스트를 입력하십시오</a:t>
            </a:r>
            <a:endParaRPr lang="ko-KR" alt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/>
          </p:cNvSpPr>
          <p:nvPr/>
        </p:nvSpPr>
        <p:spPr>
          <a:xfrm rot="0">
            <a:off x="0" y="0"/>
            <a:ext cx="5193665" cy="6858635"/>
          </a:xfrm>
          <a:prstGeom prst="rect"/>
          <a:solidFill>
            <a:srgbClr val="F05F5C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/>
          </a:p>
        </p:txBody>
      </p:sp>
      <p:sp>
        <p:nvSpPr>
          <p:cNvPr id="3" name="Picture Placeholder 2"/>
          <p:cNvSpPr txBox="1">
            <a:spLocks noGrp="1" noChangeAspect="1"/>
          </p:cNvSpPr>
          <p:nvPr>
            <p:ph type="pic" idx="1"/>
          </p:nvPr>
        </p:nvSpPr>
        <p:spPr>
          <a:xfrm rot="0">
            <a:off x="5615305" y="987425"/>
            <a:ext cx="5740400" cy="4874260"/>
          </a:xfrm>
          <a:prstGeom prst="rect"/>
        </p:spPr>
      </p:sp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800" b="1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1600">
                <a:solidFill>
                  <a:schemeClr val="bg1"/>
                </a:solidFill>
              </a:defRPr>
            </a:lvl1pPr>
            <a:lvl2pPr marL="457200" indent="0" lvl="1">
              <a:buFontTx/>
              <a:buNone/>
              <a:defRPr lang="en-GB" altLang="en-US" sz="1400"/>
            </a:lvl2pPr>
            <a:lvl3pPr marL="914400" indent="0" lvl="2">
              <a:buFontTx/>
              <a:buNone/>
              <a:defRPr lang="en-GB" altLang="en-US" sz="1200"/>
            </a:lvl3pPr>
            <a:lvl4pPr marL="1371600" indent="0" lvl="3">
              <a:buFontTx/>
              <a:buNone/>
              <a:defRPr lang="en-GB" altLang="en-US" sz="1000"/>
            </a:lvl4pPr>
            <a:lvl5pPr marL="1828800" indent="0" lvl="4">
              <a:buFontTx/>
              <a:buNone/>
              <a:defRPr lang="en-GB" altLang="en-US" sz="1000"/>
            </a:lvl5pPr>
            <a:lvl6pPr marL="2286000" indent="0" lvl="5">
              <a:buFontTx/>
              <a:buNone/>
              <a:defRPr lang="en-GB" altLang="en-US" sz="1000"/>
            </a:lvl6pPr>
            <a:lvl7pPr marL="2743200" indent="0" lvl="6">
              <a:buFontTx/>
              <a:buNone/>
              <a:defRPr lang="en-GB" altLang="en-US" sz="1000"/>
            </a:lvl7pPr>
            <a:lvl8pPr marL="3200400" indent="0" lvl="7">
              <a:buFontTx/>
              <a:buNone/>
              <a:defRPr lang="en-GB" altLang="en-US" sz="1000"/>
            </a:lvl8pPr>
            <a:lvl9pPr marL="3657600" indent="0" lvl="8">
              <a:buFontTx/>
              <a:buNone/>
              <a:defRPr lang="en-GB" altLang="en-US" sz="1000"/>
            </a:lvl9pPr>
          </a:lstStyle>
          <a:p>
            <a:pPr marL="0" indent="0">
              <a:buFontTx/>
              <a:buNone/>
            </a:pPr>
            <a:r>
              <a:rPr lang="ko-KR" altLang="en-US"/>
              <a:t>텍스트를 입력하십시오</a:t>
            </a:r>
            <a:endParaRPr lang="ko-KR" alt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838200" y="1484630"/>
            <a:ext cx="10516235" cy="4692650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세로 제목 및 텍스트">
    <p:bg>
      <p:bgPr>
        <a:solidFill>
          <a:srgbClr val="60C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numCol="1" vert="eaVert" anchor="ctr">
            <a:normAutofit fontScale="100000" lnSpcReduction="0"/>
          </a:bodyPr>
          <a:lstStyle>
            <a:lvl1pPr marL="0" indent="0">
              <a:buFontTx/>
              <a:buNone/>
              <a:defRPr lang="en-GB" altLang="en-US" b="1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r>
              <a:rPr lang="ko-KR" altLang="en-US"/>
              <a:t>제목을 입력하십시오</a:t>
            </a:r>
            <a:endParaRPr lang="ko-KR" alt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838200" y="365125"/>
            <a:ext cx="7734935" cy="5812790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  <a:lvl2pPr marL="0" indent="0" lvl="1">
              <a:buFontTx/>
              <a:buNone/>
              <a:defRPr lang="en-GB" altLang="en-US">
                <a:solidFill>
                  <a:schemeClr val="bg1"/>
                </a:solidFill>
              </a:defRPr>
            </a:lvl2pPr>
            <a:lvl3pPr marL="0" indent="0" lvl="2">
              <a:buFontTx/>
              <a:buNone/>
              <a:defRPr lang="en-GB" altLang="en-US">
                <a:solidFill>
                  <a:schemeClr val="bg1"/>
                </a:solidFill>
              </a:defRPr>
            </a:lvl3pPr>
            <a:lvl4pPr marL="0" indent="0" lvl="3">
              <a:buFontTx/>
              <a:buNone/>
              <a:defRPr lang="en-GB" altLang="en-US">
                <a:solidFill>
                  <a:schemeClr val="bg1"/>
                </a:solidFill>
              </a:defRPr>
            </a:lvl4pPr>
            <a:lvl5pPr marL="0" indent="0" lvl="4">
              <a:buFontTx/>
              <a:buNone/>
              <a:defRPr lang="en-GB" altLang="en-US">
                <a:solidFill>
                  <a:schemeClr val="bg1"/>
                </a:solidFill>
              </a:defRPr>
            </a:lvl5pPr>
          </a:lstStyle>
          <a:p>
            <a:pPr marL="228600" indent="-228600">
              <a:buFont typeface="Arial"/>
              <a:buChar char="•"/>
            </a:pPr>
            <a:r>
              <a:rPr lang="ko-KR" altLang="en-US"/>
              <a:t>텍스트를 입력하십시오</a:t>
            </a:r>
            <a:endParaRPr lang="ko-KR" altLang="en-US"/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  <a:endParaRPr lang="ko-KR" altLang="en-US"/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  <a:endParaRPr lang="ko-KR" altLang="en-US"/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/>
          </p:cNvSpPr>
          <p:nvPr/>
        </p:nvSpPr>
        <p:spPr>
          <a:xfrm rot="0">
            <a:off x="0" y="0"/>
            <a:ext cx="12192635" cy="36830"/>
          </a:xfrm>
          <a:prstGeom prst="rect"/>
          <a:solidFill>
            <a:srgbClr val="F05F5C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rgbClr val="F05F5C"/>
              </a:solidFill>
            </a:endParaRPr>
          </a:p>
        </p:txBody>
      </p:sp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38200" y="1484630"/>
            <a:ext cx="10516235" cy="469265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/>
              <a:t>마스터 부제목 스타일 편집</a:t>
            </a:r>
          </a:p>
          <a:p>
            <a:pPr marL="685800" indent="-228600" lvl="1">
              <a:buFont typeface="Arial"/>
              <a:buChar char="•"/>
            </a:pPr>
            <a:r>
              <a:rPr lang="ko-KR" altLang="en-US"/>
              <a:t>둘째 수준</a:t>
            </a:r>
          </a:p>
          <a:p>
            <a:pPr marL="1143000" indent="-228600" lvl="2">
              <a:buFont typeface="Arial"/>
              <a:buChar char="•"/>
            </a:pPr>
            <a:r>
              <a:rPr lang="ko-KR" altLang="en-US"/>
              <a:t>셋째 수준</a:t>
            </a:r>
          </a:p>
          <a:p>
            <a:pPr marL="1600200" indent="-228600" lvl="3">
              <a:buFont typeface="Arial"/>
              <a:buChar char="•"/>
            </a:pPr>
            <a:r>
              <a:rPr lang="ko-KR" altLang="en-US"/>
              <a:t>넷째 수준</a:t>
            </a:r>
          </a:p>
          <a:p>
            <a:pPr marL="2057400" indent="-228600" lvl="4">
              <a:buFont typeface="Arial"/>
              <a:buChar char="•"/>
            </a:pPr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l">
              <a:buFontTx/>
              <a:buNone/>
              <a:defRPr lang="en-GB" altLang="en-US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2018-12-20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 rot="0">
            <a:off x="4038600" y="6356350"/>
            <a:ext cx="41154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ctr">
              <a:buFontTx/>
              <a:buNone/>
              <a:defRPr lang="en-GB" altLang="en-US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 rot="0">
            <a:off x="8610600" y="6356350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r">
              <a:buFontTx/>
              <a:buNone/>
              <a:defRPr lang="en-GB" altLang="en-US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10.xml.rels><?xml version="1.0" encoding="UTF-8"?>
<Relationships xmlns="http://schemas.openxmlformats.org/package/2006/relationships"><Relationship Id="rId3" Type="http://schemas.openxmlformats.org/officeDocument/2006/relationships/image" Target="../media/fImage6957534841.jpeg"></Relationship><Relationship Id="rId4" Type="http://schemas.openxmlformats.org/officeDocument/2006/relationships/slideLayout" Target="../slideLayouts/slideLayout7.xml"></Relationship></Relationships>
</file>

<file path=ppt/slides/_rels/slide11.xml.rels><?xml version="1.0" encoding="UTF-8"?>
<Relationships xmlns="http://schemas.openxmlformats.org/package/2006/relationships"><Relationship Id="rId3" Type="http://schemas.openxmlformats.org/officeDocument/2006/relationships/slideLayout" Target="../slideLayouts/slideLayout7.xml"></Relationship></Relationships>
</file>

<file path=ppt/slides/_rels/slide12.xml.rels><?xml version="1.0" encoding="UTF-8"?>
<Relationships xmlns="http://schemas.openxmlformats.org/package/2006/relationships"><Relationship Id="rId3" Type="http://schemas.openxmlformats.org/officeDocument/2006/relationships/slideLayout" Target="../slideLayouts/slideLayout7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 rot="0">
            <a:off x="914400" y="1381760"/>
            <a:ext cx="7247890" cy="238887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당신의 </a:t>
            </a:r>
            <a:r>
              <a:rPr lang="ko-KR" altLang="en-US"/>
              <a:t>화장실을 </a:t>
            </a:r>
            <a:r>
              <a:rPr lang="ko-KR" altLang="en-US"/>
              <a:t>책임질</a:t>
            </a:r>
            <a:r>
              <a:rPr lang="ko-KR" altLang="en-US"/>
              <a:t> </a:t>
            </a:r>
            <a:r>
              <a:rPr lang="ko-KR" altLang="en-US"/>
              <a:t> </a:t>
            </a:r>
            <a:r>
              <a:rPr lang="ko-KR" altLang="en-US" sz="6000"/>
              <a:t>TOILWAY</a:t>
            </a:r>
            <a:endParaRPr lang="ko-KR" altLang="en-US" sz="6000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911225" y="3861435"/>
            <a:ext cx="6145530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제작자 </a:t>
            </a:r>
            <a:r>
              <a:rPr lang="ko-KR" altLang="en-US"/>
              <a:t>: 김충희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상자 12"/>
          <p:cNvSpPr txBox="1">
            <a:spLocks/>
          </p:cNvSpPr>
          <p:nvPr/>
        </p:nvSpPr>
        <p:spPr>
          <a:xfrm>
            <a:off x="427990" y="165735"/>
            <a:ext cx="140335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화면 </a:t>
            </a:r>
            <a:r>
              <a:rPr sz="1800" b="1">
                <a:latin typeface="맑은 고딕" charset="0"/>
                <a:ea typeface="맑은 고딕" charset="0"/>
              </a:rPr>
              <a:t>흐</a:t>
            </a:r>
            <a:r>
              <a:rPr lang="ko-KR" sz="1800" b="1">
                <a:latin typeface="맑은 고딕" charset="0"/>
                <a:ea typeface="맑은 고딕" charset="0"/>
              </a:rPr>
              <a:t>름</a:t>
            </a:r>
            <a:r>
              <a:rPr lang="ko-KR" sz="1800" b="1">
                <a:latin typeface="맑은 고딕" charset="0"/>
                <a:ea typeface="맑은 고딕" charset="0"/>
              </a:rPr>
              <a:t>도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2" name="도형 15"/>
          <p:cNvSpPr>
            <a:spLocks/>
          </p:cNvSpPr>
          <p:nvPr/>
        </p:nvSpPr>
        <p:spPr>
          <a:xfrm rot="0">
            <a:off x="179705" y="2348230"/>
            <a:ext cx="1309370" cy="287655"/>
          </a:xfrm>
          <a:prstGeom prst="rect"/>
          <a:solidFill>
            <a:schemeClr val="bg1">
              <a:lumMod val="65000"/>
              <a:lumOff val="0"/>
            </a:schemeClr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지하철 </a:t>
            </a:r>
            <a:r>
              <a:rPr lang="ko-KR" sz="1000">
                <a:latin typeface="맑은 고딕" charset="0"/>
                <a:ea typeface="맑은 고딕" charset="0"/>
              </a:rPr>
              <a:t>화장실 검색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2" name="도형 1"/>
          <p:cNvSpPr>
            <a:spLocks/>
          </p:cNvSpPr>
          <p:nvPr/>
        </p:nvSpPr>
        <p:spPr>
          <a:xfrm rot="0">
            <a:off x="788035" y="645795"/>
            <a:ext cx="1748790" cy="207010"/>
          </a:xfrm>
          <a:prstGeom prst="rect"/>
          <a:solidFill>
            <a:schemeClr val="bg1">
              <a:lumMod val="65000"/>
              <a:lumOff val="0"/>
            </a:schemeClr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메인페이지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13" name="도형 16"/>
          <p:cNvSpPr>
            <a:spLocks/>
          </p:cNvSpPr>
          <p:nvPr/>
        </p:nvSpPr>
        <p:spPr>
          <a:xfrm rot="0">
            <a:off x="1739900" y="3074035"/>
            <a:ext cx="1590040" cy="275590"/>
          </a:xfrm>
          <a:prstGeom prst="rect"/>
          <a:solidFill>
            <a:schemeClr val="bg1">
              <a:lumMod val="65000"/>
              <a:lumOff val="0"/>
            </a:schemeClr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이외 </a:t>
            </a:r>
            <a:r>
              <a:rPr lang="ko-KR" sz="1000">
                <a:latin typeface="맑은 고딕" charset="0"/>
                <a:ea typeface="맑은 고딕" charset="0"/>
              </a:rPr>
              <a:t>지역 </a:t>
            </a:r>
            <a:r>
              <a:rPr lang="ko-KR" sz="1000">
                <a:latin typeface="맑은 고딕" charset="0"/>
                <a:ea typeface="맑은 고딕" charset="0"/>
              </a:rPr>
              <a:t>화장실 </a:t>
            </a:r>
            <a:r>
              <a:rPr lang="ko-KR" sz="1000">
                <a:latin typeface="맑은 고딕" charset="0"/>
                <a:ea typeface="맑은 고딕" charset="0"/>
              </a:rPr>
              <a:t>검색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14" name="도형 17"/>
          <p:cNvSpPr>
            <a:spLocks/>
          </p:cNvSpPr>
          <p:nvPr/>
        </p:nvSpPr>
        <p:spPr>
          <a:xfrm rot="0">
            <a:off x="3327400" y="3965575"/>
            <a:ext cx="737235" cy="207010"/>
          </a:xfrm>
          <a:prstGeom prst="rect"/>
          <a:solidFill>
            <a:schemeClr val="bg1">
              <a:lumMod val="65000"/>
              <a:lumOff val="0"/>
            </a:schemeClr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뉴스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cxnSp>
        <p:nvCxnSpPr>
          <p:cNvPr id="16" name="도형 20"/>
          <p:cNvCxnSpPr/>
          <p:nvPr/>
        </p:nvCxnSpPr>
        <p:spPr>
          <a:xfrm>
            <a:off x="2582545" y="702945"/>
            <a:ext cx="4352925" cy="1270"/>
          </a:xfrm>
          <a:prstGeom prst="straightConnector1"/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도형 4"/>
          <p:cNvSpPr>
            <a:spLocks/>
          </p:cNvSpPr>
          <p:nvPr/>
        </p:nvSpPr>
        <p:spPr>
          <a:xfrm rot="0">
            <a:off x="6934200" y="534035"/>
            <a:ext cx="2140585" cy="259715"/>
          </a:xfrm>
          <a:prstGeom prst="rect"/>
          <a:solidFill>
            <a:schemeClr val="bg1">
              <a:lumMod val="65000"/>
              <a:lumOff val="0"/>
            </a:schemeClr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로그인, 회원가입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18" name="도형 24"/>
          <p:cNvSpPr>
            <a:spLocks/>
          </p:cNvSpPr>
          <p:nvPr/>
        </p:nvSpPr>
        <p:spPr>
          <a:xfrm rot="0">
            <a:off x="7462520" y="3017520"/>
            <a:ext cx="1078230" cy="195580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아이디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2" name="도형 28"/>
          <p:cNvSpPr>
            <a:spLocks/>
          </p:cNvSpPr>
          <p:nvPr/>
        </p:nvSpPr>
        <p:spPr>
          <a:xfrm rot="0">
            <a:off x="6365875" y="4077335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회원가입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3" name="도형 29"/>
          <p:cNvCxnSpPr/>
          <p:nvPr/>
        </p:nvCxnSpPr>
        <p:spPr>
          <a:xfrm>
            <a:off x="8005445" y="869315"/>
            <a:ext cx="1905" cy="2159000"/>
          </a:xfrm>
          <a:prstGeom prst="straightConnector1"/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도형 32"/>
          <p:cNvSpPr>
            <a:spLocks/>
          </p:cNvSpPr>
          <p:nvPr/>
        </p:nvSpPr>
        <p:spPr>
          <a:xfrm rot="0">
            <a:off x="9406255" y="2977515"/>
            <a:ext cx="1103630" cy="332740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카카오, 구글 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빠른 로그인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9" name="도형 36"/>
          <p:cNvCxnSpPr>
            <a:stCxn id="2" idx="2"/>
            <a:endCxn id="13" idx="0"/>
          </p:cNvCxnSpPr>
          <p:nvPr/>
        </p:nvCxnSpPr>
        <p:spPr>
          <a:xfrm rot="16200000" flipH="1">
            <a:off x="987425" y="1527175"/>
            <a:ext cx="2222500" cy="872490"/>
          </a:xfrm>
          <a:prstGeom prst="bentConnector3">
            <a:avLst>
              <a:gd name="adj1" fmla="val 68301"/>
            </a:avLst>
          </a:prstGeom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도형 37"/>
          <p:cNvCxnSpPr>
            <a:stCxn id="18" idx="3"/>
          </p:cNvCxnSpPr>
          <p:nvPr/>
        </p:nvCxnSpPr>
        <p:spPr>
          <a:xfrm rot="0" flipV="1">
            <a:off x="8540115" y="3113405"/>
            <a:ext cx="865505" cy="2540"/>
          </a:xfrm>
          <a:prstGeom prst="straightConnector1"/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38"/>
          <p:cNvCxnSpPr>
            <a:stCxn id="5" idx="2"/>
          </p:cNvCxnSpPr>
          <p:nvPr/>
        </p:nvCxnSpPr>
        <p:spPr>
          <a:xfrm rot="5400000">
            <a:off x="5822950" y="1879600"/>
            <a:ext cx="3275330" cy="1093470"/>
          </a:xfrm>
          <a:prstGeom prst="bentConnector3">
            <a:avLst>
              <a:gd name="adj1" fmla="val 50009"/>
            </a:avLst>
          </a:prstGeom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도형 41"/>
          <p:cNvCxnSpPr>
            <a:stCxn id="2" idx="2"/>
            <a:endCxn id="14" idx="0"/>
          </p:cNvCxnSpPr>
          <p:nvPr/>
        </p:nvCxnSpPr>
        <p:spPr>
          <a:xfrm rot="16200000" flipH="1">
            <a:off x="1122680" y="1391920"/>
            <a:ext cx="3114040" cy="2033905"/>
          </a:xfrm>
          <a:prstGeom prst="bentConnector3">
            <a:avLst>
              <a:gd name="adj1" fmla="val 24204"/>
            </a:avLst>
          </a:prstGeom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200"/>
          <p:cNvSpPr>
            <a:spLocks/>
          </p:cNvSpPr>
          <p:nvPr/>
        </p:nvSpPr>
        <p:spPr>
          <a:xfrm rot="0">
            <a:off x="3927475" y="4361180"/>
            <a:ext cx="1567815" cy="252730"/>
          </a:xfrm>
          <a:prstGeom prst="rect"/>
          <a:solidFill>
            <a:schemeClr val="bg1">
              <a:lumMod val="65000"/>
              <a:lumOff val="0"/>
            </a:schemeClr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atin typeface="맑은 고딕" charset="0"/>
                <a:ea typeface="맑은 고딕" charset="0"/>
              </a:rPr>
              <a:t>지하철 </a:t>
            </a:r>
            <a:r>
              <a:rPr lang="ko-KR" sz="1000">
                <a:latin typeface="맑은 고딕" charset="0"/>
                <a:ea typeface="맑은 고딕" charset="0"/>
              </a:rPr>
              <a:t>승하차인원 정보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cxnSp>
        <p:nvCxnSpPr>
          <p:cNvPr id="34" name="도형 201"/>
          <p:cNvCxnSpPr/>
          <p:nvPr/>
        </p:nvCxnSpPr>
        <p:spPr>
          <a:xfrm rot="16200000" flipH="1">
            <a:off x="1497330" y="1153795"/>
            <a:ext cx="3350260" cy="3000375"/>
          </a:xfrm>
          <a:prstGeom prst="bentConnector3">
            <a:avLst>
              <a:gd name="adj1" fmla="val 12870"/>
            </a:avLst>
          </a:prstGeom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도형 337"/>
          <p:cNvCxnSpPr>
            <a:stCxn id="2" idx="2"/>
            <a:endCxn id="12" idx="0"/>
          </p:cNvCxnSpPr>
          <p:nvPr/>
        </p:nvCxnSpPr>
        <p:spPr>
          <a:xfrm rot="5400000">
            <a:off x="499745" y="1186180"/>
            <a:ext cx="1496695" cy="829310"/>
          </a:xfrm>
          <a:prstGeom prst="bentConnector3">
            <a:avLst>
              <a:gd name="adj1" fmla="val 49995"/>
            </a:avLst>
          </a:prstGeom>
          <a:ln w="6350" cap="flat" cmpd="sng">
            <a:prstDash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도형 7"/>
          <p:cNvSpPr>
            <a:spLocks/>
          </p:cNvSpPr>
          <p:nvPr/>
        </p:nvSpPr>
        <p:spPr>
          <a:xfrm rot="0">
            <a:off x="600075" y="5137785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지하철 검색창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7" name="도형 8"/>
          <p:cNvSpPr>
            <a:spLocks/>
          </p:cNvSpPr>
          <p:nvPr/>
        </p:nvSpPr>
        <p:spPr>
          <a:xfrm rot="0">
            <a:off x="600075" y="5617845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8" name="도형 9"/>
          <p:cNvSpPr>
            <a:spLocks/>
          </p:cNvSpPr>
          <p:nvPr/>
        </p:nvSpPr>
        <p:spPr>
          <a:xfrm rot="0">
            <a:off x="593725" y="6042025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표, 사진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9" name="도형 12"/>
          <p:cNvSpPr>
            <a:spLocks/>
          </p:cNvSpPr>
          <p:nvPr/>
        </p:nvSpPr>
        <p:spPr>
          <a:xfrm rot="16200000" flipH="1">
            <a:off x="-1269365" y="4285615"/>
            <a:ext cx="3504565" cy="222250"/>
          </a:xfrm>
          <a:prstGeom prst="bentConnector2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40" name="도형 14"/>
          <p:cNvCxnSpPr/>
          <p:nvPr/>
        </p:nvCxnSpPr>
        <p:spPr>
          <a:xfrm rot="0" flipV="1">
            <a:off x="381635" y="5723890"/>
            <a:ext cx="219075" cy="635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도형 15"/>
          <p:cNvCxnSpPr/>
          <p:nvPr/>
        </p:nvCxnSpPr>
        <p:spPr>
          <a:xfrm rot="0" flipV="1">
            <a:off x="375285" y="5227320"/>
            <a:ext cx="219075" cy="635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도형 22"/>
          <p:cNvSpPr>
            <a:spLocks/>
          </p:cNvSpPr>
          <p:nvPr/>
        </p:nvSpPr>
        <p:spPr>
          <a:xfrm rot="0">
            <a:off x="2620645" y="5209540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지역 검색창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3" name="도형 23"/>
          <p:cNvSpPr>
            <a:spLocks/>
          </p:cNvSpPr>
          <p:nvPr/>
        </p:nvSpPr>
        <p:spPr>
          <a:xfrm rot="0">
            <a:off x="2620645" y="5689600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24"/>
          <p:cNvSpPr>
            <a:spLocks/>
          </p:cNvSpPr>
          <p:nvPr/>
        </p:nvSpPr>
        <p:spPr>
          <a:xfrm rot="0">
            <a:off x="2614295" y="6113780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표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25"/>
          <p:cNvSpPr>
            <a:spLocks/>
          </p:cNvSpPr>
          <p:nvPr/>
        </p:nvSpPr>
        <p:spPr>
          <a:xfrm rot="16200000" flipH="1">
            <a:off x="977900" y="4585335"/>
            <a:ext cx="2843530" cy="430530"/>
          </a:xfrm>
          <a:prstGeom prst="bentConnector2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46" name="도형 26"/>
          <p:cNvCxnSpPr/>
          <p:nvPr/>
        </p:nvCxnSpPr>
        <p:spPr>
          <a:xfrm rot="0">
            <a:off x="2193925" y="5795645"/>
            <a:ext cx="42735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도형 27"/>
          <p:cNvCxnSpPr/>
          <p:nvPr/>
        </p:nvCxnSpPr>
        <p:spPr>
          <a:xfrm rot="0">
            <a:off x="2203450" y="5299075"/>
            <a:ext cx="411480" cy="127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도형 28"/>
          <p:cNvSpPr>
            <a:spLocks/>
          </p:cNvSpPr>
          <p:nvPr/>
        </p:nvSpPr>
        <p:spPr>
          <a:xfrm rot="0">
            <a:off x="4745990" y="5278120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시간검색창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9" name="도형 29"/>
          <p:cNvSpPr>
            <a:spLocks/>
          </p:cNvSpPr>
          <p:nvPr/>
        </p:nvSpPr>
        <p:spPr>
          <a:xfrm rot="0">
            <a:off x="4745990" y="5758180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0" name="도형 30"/>
          <p:cNvSpPr>
            <a:spLocks/>
          </p:cNvSpPr>
          <p:nvPr/>
        </p:nvSpPr>
        <p:spPr>
          <a:xfrm rot="0">
            <a:off x="4739640" y="6182360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표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1" name="도형 31"/>
          <p:cNvSpPr>
            <a:spLocks/>
          </p:cNvSpPr>
          <p:nvPr/>
        </p:nvSpPr>
        <p:spPr>
          <a:xfrm rot="16200000" flipH="1">
            <a:off x="3656330" y="5207635"/>
            <a:ext cx="1687195" cy="480060"/>
          </a:xfrm>
          <a:prstGeom prst="bentConnector2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52" name="도형 32"/>
          <p:cNvCxnSpPr/>
          <p:nvPr/>
        </p:nvCxnSpPr>
        <p:spPr>
          <a:xfrm rot="0">
            <a:off x="4269740" y="5864225"/>
            <a:ext cx="476885" cy="127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도형 33"/>
          <p:cNvCxnSpPr/>
          <p:nvPr/>
        </p:nvCxnSpPr>
        <p:spPr>
          <a:xfrm rot="0">
            <a:off x="4254500" y="5368290"/>
            <a:ext cx="48577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도형 34"/>
          <p:cNvSpPr>
            <a:spLocks/>
          </p:cNvSpPr>
          <p:nvPr/>
        </p:nvSpPr>
        <p:spPr>
          <a:xfrm rot="0">
            <a:off x="4758690" y="4909185"/>
            <a:ext cx="1141730" cy="212725"/>
          </a:xfrm>
          <a:prstGeom prst="rect"/>
          <a:solidFill>
            <a:schemeClr val="bg1"/>
          </a:solidFill>
          <a:ln w="12700" cap="flat" cmpd="sng"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000">
                <a:ln w="0" cap="flat" cmpd="sng">
                  <a:solidFill>
                    <a:schemeClr val="tx1">
                      <a:alpha val="100000"/>
                    </a:schemeClr>
                  </a:solidFill>
                  <a:prstDash val="solid"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지하철 검색창</a:t>
            </a:r>
            <a:endParaRPr lang="ko-KR" altLang="en-US" sz="1000">
              <a:ln w="0" cap="flat" cmpd="sng">
                <a:solidFill>
                  <a:schemeClr val="tx1">
                    <a:alpha val="100000"/>
                  </a:schemeClr>
                </a:solidFill>
                <a:prstDash val="solid"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55" name="도형 35"/>
          <p:cNvCxnSpPr/>
          <p:nvPr/>
        </p:nvCxnSpPr>
        <p:spPr>
          <a:xfrm rot="0" flipV="1">
            <a:off x="4254500" y="5018405"/>
            <a:ext cx="498475" cy="127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 rot="0">
            <a:off x="914400" y="1381760"/>
            <a:ext cx="6142990" cy="238887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l">
              <a:buFontTx/>
              <a:buNone/>
              <a:defRPr lang="en-GB" altLang="en-US" sz="5000" b="1">
                <a:solidFill>
                  <a:srgbClr val="F05F5C"/>
                </a:solidFill>
              </a:defRPr>
            </a:lvl1pPr>
          </a:lstStyle>
          <a:p>
            <a:pPr marL="0" indent="0" rtl="0"/>
            <a:r>
              <a:rPr lang="ko-KR" altLang="en-US"/>
              <a:t>각 </a:t>
            </a:r>
            <a:r>
              <a:rPr lang="ko-KR" altLang="en-US"/>
              <a:t>페이지 구상도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도형 1"/>
          <p:cNvSpPr>
            <a:spLocks/>
          </p:cNvSpPr>
          <p:nvPr/>
        </p:nvSpPr>
        <p:spPr>
          <a:xfrm rot="0">
            <a:off x="5273040" y="84772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메인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도형 2"/>
          <p:cNvSpPr>
            <a:spLocks/>
          </p:cNvSpPr>
          <p:nvPr/>
        </p:nvSpPr>
        <p:spPr>
          <a:xfrm rot="0">
            <a:off x="237490" y="191452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스크린	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도형 3"/>
          <p:cNvSpPr>
            <a:spLocks/>
          </p:cNvSpPr>
          <p:nvPr/>
        </p:nvSpPr>
        <p:spPr>
          <a:xfrm rot="0">
            <a:off x="9826625" y="192341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뉴스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도형 4"/>
          <p:cNvSpPr>
            <a:spLocks/>
          </p:cNvSpPr>
          <p:nvPr/>
        </p:nvSpPr>
        <p:spPr>
          <a:xfrm rot="0">
            <a:off x="7021195" y="186245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혼잡도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13"/>
          <p:cNvSpPr>
            <a:spLocks/>
          </p:cNvSpPr>
          <p:nvPr/>
        </p:nvSpPr>
        <p:spPr>
          <a:xfrm rot="0">
            <a:off x="237490" y="277939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색창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5" name="도형 14"/>
          <p:cNvSpPr>
            <a:spLocks/>
          </p:cNvSpPr>
          <p:nvPr/>
        </p:nvSpPr>
        <p:spPr>
          <a:xfrm rot="0">
            <a:off x="237490" y="346773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정보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져오기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6" name="도형 15"/>
          <p:cNvCxnSpPr>
            <a:endCxn id="5" idx="0"/>
          </p:cNvCxnSpPr>
          <p:nvPr/>
        </p:nvCxnSpPr>
        <p:spPr>
          <a:xfrm rot="0">
            <a:off x="7766685" y="1522095"/>
            <a:ext cx="635" cy="340995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16"/>
          <p:cNvCxnSpPr/>
          <p:nvPr/>
        </p:nvCxnSpPr>
        <p:spPr>
          <a:xfrm rot="10800000" flipV="1">
            <a:off x="4366895" y="1574165"/>
            <a:ext cx="1617980" cy="271145"/>
          </a:xfrm>
          <a:prstGeom prst="bentConnector3">
            <a:avLst>
              <a:gd name="adj1" fmla="val 102736"/>
            </a:avLst>
          </a:prstGeom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19"/>
          <p:cNvCxnSpPr/>
          <p:nvPr/>
        </p:nvCxnSpPr>
        <p:spPr>
          <a:xfrm rot="5400000">
            <a:off x="3159760" y="-944245"/>
            <a:ext cx="682625" cy="5036185"/>
          </a:xfrm>
          <a:prstGeom prst="bentConnector3">
            <a:avLst>
              <a:gd name="adj1" fmla="val 50097"/>
            </a:avLst>
          </a:prstGeom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도형 20"/>
          <p:cNvCxnSpPr/>
          <p:nvPr/>
        </p:nvCxnSpPr>
        <p:spPr>
          <a:xfrm rot="0">
            <a:off x="982980" y="2298700"/>
            <a:ext cx="635" cy="481330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21"/>
          <p:cNvCxnSpPr/>
          <p:nvPr/>
        </p:nvCxnSpPr>
        <p:spPr>
          <a:xfrm rot="0">
            <a:off x="982980" y="3164205"/>
            <a:ext cx="635" cy="304165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22"/>
          <p:cNvCxnSpPr/>
          <p:nvPr/>
        </p:nvCxnSpPr>
        <p:spPr>
          <a:xfrm rot="0">
            <a:off x="7767320" y="2246630"/>
            <a:ext cx="635" cy="490220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도형 44"/>
          <p:cNvSpPr>
            <a:spLocks/>
          </p:cNvSpPr>
          <p:nvPr/>
        </p:nvSpPr>
        <p:spPr>
          <a:xfrm rot="0">
            <a:off x="3726815" y="185547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외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장소 스크린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2" name="도형 47"/>
          <p:cNvCxnSpPr/>
          <p:nvPr/>
        </p:nvCxnSpPr>
        <p:spPr>
          <a:xfrm rot="0">
            <a:off x="4472940" y="2239645"/>
            <a:ext cx="635" cy="490220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도형 52"/>
          <p:cNvSpPr>
            <a:spLocks/>
          </p:cNvSpPr>
          <p:nvPr/>
        </p:nvSpPr>
        <p:spPr>
          <a:xfrm rot="0">
            <a:off x="1953260" y="346964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지우기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6" name="도형 53"/>
          <p:cNvSpPr>
            <a:spLocks/>
          </p:cNvSpPr>
          <p:nvPr/>
        </p:nvSpPr>
        <p:spPr>
          <a:xfrm rot="0">
            <a:off x="1740535" y="2959735"/>
            <a:ext cx="970915" cy="498475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7" name="도형 54"/>
          <p:cNvSpPr>
            <a:spLocks/>
          </p:cNvSpPr>
          <p:nvPr/>
        </p:nvSpPr>
        <p:spPr>
          <a:xfrm rot="0">
            <a:off x="231140" y="447929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8" name="도형 55"/>
          <p:cNvCxnSpPr/>
          <p:nvPr/>
        </p:nvCxnSpPr>
        <p:spPr>
          <a:xfrm rot="0">
            <a:off x="1000760" y="3841115"/>
            <a:ext cx="635" cy="62674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도형 56"/>
          <p:cNvCxnSpPr/>
          <p:nvPr/>
        </p:nvCxnSpPr>
        <p:spPr>
          <a:xfrm rot="0">
            <a:off x="1007110" y="4154170"/>
            <a:ext cx="1644650" cy="313690"/>
          </a:xfrm>
          <a:prstGeom prst="bentConnector3">
            <a:avLst>
              <a:gd name="adj1" fmla="val 98949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도형 57"/>
          <p:cNvSpPr>
            <a:spLocks/>
          </p:cNvSpPr>
          <p:nvPr/>
        </p:nvSpPr>
        <p:spPr>
          <a:xfrm rot="0">
            <a:off x="1894840" y="447294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사진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1" name="도형 68"/>
          <p:cNvSpPr>
            <a:spLocks/>
          </p:cNvSpPr>
          <p:nvPr/>
        </p:nvSpPr>
        <p:spPr>
          <a:xfrm rot="0">
            <a:off x="3710305" y="273812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이외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지역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색창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2" name="도형 69"/>
          <p:cNvSpPr>
            <a:spLocks/>
          </p:cNvSpPr>
          <p:nvPr/>
        </p:nvSpPr>
        <p:spPr>
          <a:xfrm rot="0">
            <a:off x="3710305" y="342646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정보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져오기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43" name="도형 70"/>
          <p:cNvCxnSpPr/>
          <p:nvPr/>
        </p:nvCxnSpPr>
        <p:spPr>
          <a:xfrm rot="0">
            <a:off x="4455795" y="3122930"/>
            <a:ext cx="635" cy="304165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도형 71"/>
          <p:cNvSpPr>
            <a:spLocks/>
          </p:cNvSpPr>
          <p:nvPr/>
        </p:nvSpPr>
        <p:spPr>
          <a:xfrm rot="0">
            <a:off x="5426075" y="342836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지우기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5" name="도형 72"/>
          <p:cNvSpPr>
            <a:spLocks/>
          </p:cNvSpPr>
          <p:nvPr/>
        </p:nvSpPr>
        <p:spPr>
          <a:xfrm rot="0">
            <a:off x="5225415" y="2918460"/>
            <a:ext cx="970915" cy="498475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6" name="도형 73"/>
          <p:cNvSpPr>
            <a:spLocks/>
          </p:cNvSpPr>
          <p:nvPr/>
        </p:nvSpPr>
        <p:spPr>
          <a:xfrm rot="0">
            <a:off x="3703955" y="443801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47" name="도형 74"/>
          <p:cNvCxnSpPr/>
          <p:nvPr/>
        </p:nvCxnSpPr>
        <p:spPr>
          <a:xfrm rot="0">
            <a:off x="4473575" y="3799840"/>
            <a:ext cx="635" cy="62674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도형 84"/>
          <p:cNvSpPr>
            <a:spLocks/>
          </p:cNvSpPr>
          <p:nvPr/>
        </p:nvSpPr>
        <p:spPr>
          <a:xfrm rot="0">
            <a:off x="7018020" y="268795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색창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9" name="도형 85"/>
          <p:cNvSpPr>
            <a:spLocks/>
          </p:cNvSpPr>
          <p:nvPr/>
        </p:nvSpPr>
        <p:spPr>
          <a:xfrm rot="0">
            <a:off x="7009130" y="337629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정보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져오기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50" name="도형 86"/>
          <p:cNvCxnSpPr/>
          <p:nvPr/>
        </p:nvCxnSpPr>
        <p:spPr>
          <a:xfrm rot="0">
            <a:off x="7754620" y="3072765"/>
            <a:ext cx="635" cy="304165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도형 87"/>
          <p:cNvSpPr>
            <a:spLocks/>
          </p:cNvSpPr>
          <p:nvPr/>
        </p:nvSpPr>
        <p:spPr>
          <a:xfrm rot="0">
            <a:off x="8776970" y="268224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시간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검색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52" name="도형 88"/>
          <p:cNvCxnSpPr/>
          <p:nvPr/>
        </p:nvCxnSpPr>
        <p:spPr>
          <a:xfrm rot="0">
            <a:off x="8536305" y="2042795"/>
            <a:ext cx="1010920" cy="628015"/>
          </a:xfrm>
          <a:prstGeom prst="bentConnector3">
            <a:avLst>
              <a:gd name="adj1" fmla="val 98500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도형 89"/>
          <p:cNvSpPr>
            <a:spLocks/>
          </p:cNvSpPr>
          <p:nvPr/>
        </p:nvSpPr>
        <p:spPr>
          <a:xfrm rot="0">
            <a:off x="7002780" y="438785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54" name="도형 90"/>
          <p:cNvCxnSpPr/>
          <p:nvPr/>
        </p:nvCxnSpPr>
        <p:spPr>
          <a:xfrm rot="0">
            <a:off x="7748270" y="3749675"/>
            <a:ext cx="635" cy="62674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도형 91"/>
          <p:cNvCxnSpPr/>
          <p:nvPr/>
        </p:nvCxnSpPr>
        <p:spPr>
          <a:xfrm rot="0">
            <a:off x="10496550" y="1570990"/>
            <a:ext cx="635" cy="33083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도형 92"/>
          <p:cNvSpPr>
            <a:spLocks/>
          </p:cNvSpPr>
          <p:nvPr/>
        </p:nvSpPr>
        <p:spPr>
          <a:xfrm rot="16200000" flipH="1">
            <a:off x="8731250" y="-1468120"/>
            <a:ext cx="349250" cy="5726430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57" name="도형 93"/>
          <p:cNvCxnSpPr/>
          <p:nvPr/>
        </p:nvCxnSpPr>
        <p:spPr>
          <a:xfrm rot="0">
            <a:off x="11744325" y="1588135"/>
            <a:ext cx="635" cy="11722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도형 95"/>
          <p:cNvSpPr>
            <a:spLocks/>
          </p:cNvSpPr>
          <p:nvPr/>
        </p:nvSpPr>
        <p:spPr>
          <a:xfrm rot="0">
            <a:off x="10697210" y="278511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로그인/회원가입</a:t>
            </a:r>
            <a:endParaRPr lang="ko-KR" altLang="en-US"/>
          </a:p>
        </p:txBody>
      </p:sp>
      <p:sp>
        <p:nvSpPr>
          <p:cNvPr id="59" name="텍스트 상자 96"/>
          <p:cNvSpPr txBox="1">
            <a:spLocks/>
          </p:cNvSpPr>
          <p:nvPr/>
        </p:nvSpPr>
        <p:spPr>
          <a:xfrm rot="0">
            <a:off x="771525" y="381000"/>
            <a:ext cx="227711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메</a:t>
            </a:r>
            <a:r>
              <a:rPr lang="ko-KR" sz="1800">
                <a:latin typeface="맑은 고딕" charset="0"/>
                <a:ea typeface="맑은 고딕" charset="0"/>
              </a:rPr>
              <a:t>인 </a:t>
            </a:r>
            <a:r>
              <a:rPr lang="ko-KR" sz="1800">
                <a:latin typeface="맑은 고딕" charset="0"/>
                <a:ea typeface="맑은 고딕" charset="0"/>
              </a:rPr>
              <a:t>페이지 </a:t>
            </a:r>
            <a:r>
              <a:rPr lang="ko-KR" sz="1800">
                <a:latin typeface="맑은 고딕" charset="0"/>
                <a:ea typeface="맑은 고딕" charset="0"/>
              </a:rPr>
              <a:t>구상도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0" name="도형 139"/>
          <p:cNvSpPr>
            <a:spLocks/>
          </p:cNvSpPr>
          <p:nvPr/>
        </p:nvSpPr>
        <p:spPr>
          <a:xfrm rot="0">
            <a:off x="5356860" y="443357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표2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61" name="도형 140"/>
          <p:cNvCxnSpPr/>
          <p:nvPr/>
        </p:nvCxnSpPr>
        <p:spPr>
          <a:xfrm rot="16200000" flipH="1">
            <a:off x="4991735" y="3287395"/>
            <a:ext cx="622935" cy="1647190"/>
          </a:xfrm>
          <a:prstGeom prst="bentConnector3">
            <a:avLst>
              <a:gd name="adj1" fmla="val 49880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도형 98"/>
          <p:cNvSpPr>
            <a:spLocks/>
          </p:cNvSpPr>
          <p:nvPr/>
        </p:nvSpPr>
        <p:spPr>
          <a:xfrm rot="0">
            <a:off x="4866640" y="48577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스크린	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도형 99"/>
          <p:cNvSpPr>
            <a:spLocks/>
          </p:cNvSpPr>
          <p:nvPr/>
        </p:nvSpPr>
        <p:spPr>
          <a:xfrm rot="0">
            <a:off x="4866640" y="135064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색창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도형 100"/>
          <p:cNvSpPr>
            <a:spLocks/>
          </p:cNvSpPr>
          <p:nvPr/>
        </p:nvSpPr>
        <p:spPr>
          <a:xfrm rot="0">
            <a:off x="4866640" y="203898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정보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져오기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5" name="도형 101"/>
          <p:cNvCxnSpPr/>
          <p:nvPr/>
        </p:nvCxnSpPr>
        <p:spPr>
          <a:xfrm rot="0">
            <a:off x="5612130" y="869950"/>
            <a:ext cx="635" cy="481330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도형 102"/>
          <p:cNvCxnSpPr/>
          <p:nvPr/>
        </p:nvCxnSpPr>
        <p:spPr>
          <a:xfrm rot="0">
            <a:off x="5612130" y="1735455"/>
            <a:ext cx="635" cy="304165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도형 103"/>
          <p:cNvSpPr>
            <a:spLocks/>
          </p:cNvSpPr>
          <p:nvPr/>
        </p:nvSpPr>
        <p:spPr>
          <a:xfrm rot="0">
            <a:off x="6582410" y="204089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지우기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도형 104"/>
          <p:cNvSpPr>
            <a:spLocks/>
          </p:cNvSpPr>
          <p:nvPr/>
        </p:nvSpPr>
        <p:spPr>
          <a:xfrm rot="0">
            <a:off x="6357620" y="1518920"/>
            <a:ext cx="970915" cy="498475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105"/>
          <p:cNvSpPr>
            <a:spLocks/>
          </p:cNvSpPr>
          <p:nvPr/>
        </p:nvSpPr>
        <p:spPr>
          <a:xfrm rot="0">
            <a:off x="3164840" y="303149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도형 107"/>
          <p:cNvSpPr>
            <a:spLocks/>
          </p:cNvSpPr>
          <p:nvPr/>
        </p:nvSpPr>
        <p:spPr>
          <a:xfrm rot="0">
            <a:off x="5612130" y="2713355"/>
            <a:ext cx="4944110" cy="307340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108"/>
          <p:cNvSpPr>
            <a:spLocks/>
          </p:cNvSpPr>
          <p:nvPr/>
        </p:nvSpPr>
        <p:spPr>
          <a:xfrm rot="0">
            <a:off x="9810115" y="304419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사진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도형 109"/>
          <p:cNvSpPr>
            <a:spLocks/>
          </p:cNvSpPr>
          <p:nvPr/>
        </p:nvSpPr>
        <p:spPr>
          <a:xfrm rot="0">
            <a:off x="198120" y="4408170"/>
            <a:ext cx="76454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역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111"/>
          <p:cNvSpPr>
            <a:spLocks/>
          </p:cNvSpPr>
          <p:nvPr/>
        </p:nvSpPr>
        <p:spPr>
          <a:xfrm rot="0">
            <a:off x="1098550" y="4413250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남성용대변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기수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5" name="도형 112"/>
          <p:cNvCxnSpPr/>
          <p:nvPr/>
        </p:nvCxnSpPr>
        <p:spPr>
          <a:xfrm rot="5400000">
            <a:off x="1749425" y="2235200"/>
            <a:ext cx="992505" cy="3330575"/>
          </a:xfrm>
          <a:prstGeom prst="bentConnector3">
            <a:avLst>
              <a:gd name="adj1" fmla="val 50065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도형 114"/>
          <p:cNvSpPr>
            <a:spLocks/>
          </p:cNvSpPr>
          <p:nvPr/>
        </p:nvSpPr>
        <p:spPr>
          <a:xfrm rot="0">
            <a:off x="2265680" y="4418330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여성용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대변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기수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8" name="도형 115"/>
          <p:cNvSpPr>
            <a:spLocks/>
          </p:cNvSpPr>
          <p:nvPr/>
        </p:nvSpPr>
        <p:spPr>
          <a:xfrm rot="0">
            <a:off x="3399155" y="440880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위치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9" name="도형 116"/>
          <p:cNvSpPr>
            <a:spLocks/>
          </p:cNvSpPr>
          <p:nvPr/>
        </p:nvSpPr>
        <p:spPr>
          <a:xfrm rot="0">
            <a:off x="4661535" y="4404360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남녀공용화장실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여부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" name="도형 117"/>
          <p:cNvSpPr>
            <a:spLocks/>
          </p:cNvSpPr>
          <p:nvPr/>
        </p:nvSpPr>
        <p:spPr>
          <a:xfrm rot="0">
            <a:off x="5847715" y="4409440"/>
            <a:ext cx="127762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남,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여 장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애인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대변기수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1" name="도형 118"/>
          <p:cNvSpPr>
            <a:spLocks/>
          </p:cNvSpPr>
          <p:nvPr/>
        </p:nvSpPr>
        <p:spPr>
          <a:xfrm rot="0">
            <a:off x="7295515" y="4409440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설치 유형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22" name="도형 120"/>
          <p:cNvCxnSpPr/>
          <p:nvPr/>
        </p:nvCxnSpPr>
        <p:spPr>
          <a:xfrm rot="16200000" flipV="1">
            <a:off x="5367655" y="1946910"/>
            <a:ext cx="993775" cy="3908425"/>
          </a:xfrm>
          <a:prstGeom prst="bentConnector3">
            <a:avLst>
              <a:gd name="adj1" fmla="val 49995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도형 122"/>
          <p:cNvCxnSpPr/>
          <p:nvPr/>
        </p:nvCxnSpPr>
        <p:spPr>
          <a:xfrm rot="0">
            <a:off x="6496050" y="3914775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도형 123"/>
          <p:cNvCxnSpPr/>
          <p:nvPr/>
        </p:nvCxnSpPr>
        <p:spPr>
          <a:xfrm rot="0">
            <a:off x="5177155" y="3891280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도형 124"/>
          <p:cNvCxnSpPr/>
          <p:nvPr/>
        </p:nvCxnSpPr>
        <p:spPr>
          <a:xfrm rot="0">
            <a:off x="1610360" y="3884295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도형 125"/>
          <p:cNvCxnSpPr>
            <a:endCxn id="18" idx="0"/>
          </p:cNvCxnSpPr>
          <p:nvPr/>
        </p:nvCxnSpPr>
        <p:spPr>
          <a:xfrm rot="0">
            <a:off x="3915410" y="3877310"/>
            <a:ext cx="6985" cy="53213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도형 126"/>
          <p:cNvCxnSpPr/>
          <p:nvPr/>
        </p:nvCxnSpPr>
        <p:spPr>
          <a:xfrm rot="0">
            <a:off x="2810510" y="3905885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도형 127"/>
          <p:cNvCxnSpPr/>
          <p:nvPr/>
        </p:nvCxnSpPr>
        <p:spPr>
          <a:xfrm rot="5400000">
            <a:off x="4457700" y="1852295"/>
            <a:ext cx="608330" cy="1702435"/>
          </a:xfrm>
          <a:prstGeom prst="bentConnector3">
            <a:avLst>
              <a:gd name="adj1" fmla="val 50051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텍스트 상자 136"/>
          <p:cNvSpPr txBox="1">
            <a:spLocks/>
          </p:cNvSpPr>
          <p:nvPr/>
        </p:nvSpPr>
        <p:spPr>
          <a:xfrm rot="0">
            <a:off x="619125" y="542925"/>
            <a:ext cx="274383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지하철 </a:t>
            </a:r>
            <a:r>
              <a:rPr sz="1800">
                <a:latin typeface="맑은 고딕" charset="0"/>
                <a:ea typeface="맑은 고딕" charset="0"/>
              </a:rPr>
              <a:t>화장실</a:t>
            </a:r>
            <a:r>
              <a:rPr lang="ko-KR" sz="1800">
                <a:latin typeface="맑은 고딕" charset="0"/>
                <a:ea typeface="맑은 고딕" charset="0"/>
              </a:rPr>
              <a:t> 구상도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0" name="도형 137"/>
          <p:cNvSpPr>
            <a:spLocks/>
          </p:cNvSpPr>
          <p:nvPr/>
        </p:nvSpPr>
        <p:spPr>
          <a:xfrm rot="0">
            <a:off x="9815195" y="4468495"/>
            <a:ext cx="16059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역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이용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안내도/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비상대피로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1" name="도형 138"/>
          <p:cNvCxnSpPr/>
          <p:nvPr/>
        </p:nvCxnSpPr>
        <p:spPr>
          <a:xfrm rot="0">
            <a:off x="10574655" y="3409950"/>
            <a:ext cx="635" cy="107696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도형 209"/>
          <p:cNvCxnSpPr/>
          <p:nvPr/>
        </p:nvCxnSpPr>
        <p:spPr>
          <a:xfrm rot="0" flipH="1">
            <a:off x="8546465" y="4705350"/>
            <a:ext cx="1270" cy="157607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도형 141"/>
          <p:cNvSpPr>
            <a:spLocks/>
          </p:cNvSpPr>
          <p:nvPr/>
        </p:nvSpPr>
        <p:spPr>
          <a:xfrm rot="0">
            <a:off x="4803140" y="54102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외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장소 스크린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" name="도형 142"/>
          <p:cNvCxnSpPr/>
          <p:nvPr/>
        </p:nvCxnSpPr>
        <p:spPr>
          <a:xfrm rot="0">
            <a:off x="5549265" y="925195"/>
            <a:ext cx="635" cy="490220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도형 143"/>
          <p:cNvSpPr>
            <a:spLocks/>
          </p:cNvSpPr>
          <p:nvPr/>
        </p:nvSpPr>
        <p:spPr>
          <a:xfrm rot="0">
            <a:off x="4786630" y="109029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이외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지역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화장실 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색창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도형 144"/>
          <p:cNvSpPr>
            <a:spLocks/>
          </p:cNvSpPr>
          <p:nvPr/>
        </p:nvSpPr>
        <p:spPr>
          <a:xfrm rot="0">
            <a:off x="4786630" y="177863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정보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져오기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6" name="도형 145"/>
          <p:cNvCxnSpPr/>
          <p:nvPr/>
        </p:nvCxnSpPr>
        <p:spPr>
          <a:xfrm rot="0">
            <a:off x="5532120" y="1475105"/>
            <a:ext cx="635" cy="304165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도형 146"/>
          <p:cNvSpPr>
            <a:spLocks/>
          </p:cNvSpPr>
          <p:nvPr/>
        </p:nvSpPr>
        <p:spPr>
          <a:xfrm rot="0">
            <a:off x="6502400" y="178054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지우기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도형 147"/>
          <p:cNvSpPr>
            <a:spLocks/>
          </p:cNvSpPr>
          <p:nvPr/>
        </p:nvSpPr>
        <p:spPr>
          <a:xfrm rot="0">
            <a:off x="6277610" y="1282700"/>
            <a:ext cx="970915" cy="498475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1" name="도형 150"/>
          <p:cNvSpPr>
            <a:spLocks/>
          </p:cNvSpPr>
          <p:nvPr/>
        </p:nvSpPr>
        <p:spPr>
          <a:xfrm rot="0">
            <a:off x="9281160" y="279527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표2(경기도)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3" name="도형 152"/>
          <p:cNvCxnSpPr>
            <a:stCxn id="5" idx="2"/>
            <a:endCxn id="15" idx="0"/>
          </p:cNvCxnSpPr>
          <p:nvPr/>
        </p:nvCxnSpPr>
        <p:spPr>
          <a:xfrm rot="5400000">
            <a:off x="3529965" y="829310"/>
            <a:ext cx="668655" cy="3336925"/>
          </a:xfrm>
          <a:prstGeom prst="bentConnector3">
            <a:avLst>
              <a:gd name="adj1" fmla="val 50083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도형 154"/>
          <p:cNvSpPr>
            <a:spLocks/>
          </p:cNvSpPr>
          <p:nvPr/>
        </p:nvSpPr>
        <p:spPr>
          <a:xfrm rot="0">
            <a:off x="5532755" y="2496820"/>
            <a:ext cx="4494530" cy="299085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5" name="도형 182"/>
          <p:cNvSpPr>
            <a:spLocks/>
          </p:cNvSpPr>
          <p:nvPr/>
        </p:nvSpPr>
        <p:spPr>
          <a:xfrm rot="0">
            <a:off x="1450340" y="283146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표(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서울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)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6" name="도형 183"/>
          <p:cNvSpPr>
            <a:spLocks/>
          </p:cNvSpPr>
          <p:nvPr/>
        </p:nvSpPr>
        <p:spPr>
          <a:xfrm rot="0">
            <a:off x="321945" y="4246245"/>
            <a:ext cx="76454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시/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구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7" name="도형 184"/>
          <p:cNvSpPr>
            <a:spLocks/>
          </p:cNvSpPr>
          <p:nvPr/>
        </p:nvSpPr>
        <p:spPr>
          <a:xfrm rot="0">
            <a:off x="1222375" y="425132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건물이름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8" name="도형 185"/>
          <p:cNvCxnSpPr/>
          <p:nvPr/>
        </p:nvCxnSpPr>
        <p:spPr>
          <a:xfrm rot="5400000">
            <a:off x="934720" y="2985770"/>
            <a:ext cx="1030605" cy="1492250"/>
          </a:xfrm>
          <a:prstGeom prst="bentConnector3">
            <a:avLst>
              <a:gd name="adj1" fmla="val 49995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도형 186"/>
          <p:cNvSpPr>
            <a:spLocks/>
          </p:cNvSpPr>
          <p:nvPr/>
        </p:nvSpPr>
        <p:spPr>
          <a:xfrm rot="0">
            <a:off x="2389505" y="425640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남성,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여성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대변기 수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" name="도형 187"/>
          <p:cNvSpPr>
            <a:spLocks/>
          </p:cNvSpPr>
          <p:nvPr/>
        </p:nvSpPr>
        <p:spPr>
          <a:xfrm rot="0">
            <a:off x="3522980" y="4246880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개방여부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1" name="도형 188"/>
          <p:cNvSpPr>
            <a:spLocks/>
          </p:cNvSpPr>
          <p:nvPr/>
        </p:nvSpPr>
        <p:spPr>
          <a:xfrm rot="0">
            <a:off x="4785360" y="4242435"/>
            <a:ext cx="1045210" cy="38544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장소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여부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2" name="도형 189"/>
          <p:cNvSpPr>
            <a:spLocks/>
          </p:cNvSpPr>
          <p:nvPr/>
        </p:nvSpPr>
        <p:spPr>
          <a:xfrm rot="0">
            <a:off x="5971540" y="4247515"/>
            <a:ext cx="1277620" cy="38544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개방시간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3" name="도형 190"/>
          <p:cNvSpPr>
            <a:spLocks/>
          </p:cNvSpPr>
          <p:nvPr/>
        </p:nvSpPr>
        <p:spPr>
          <a:xfrm rot="0">
            <a:off x="7419340" y="4247515"/>
            <a:ext cx="1045210" cy="38544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주소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24" name="도형 191"/>
          <p:cNvCxnSpPr/>
          <p:nvPr/>
        </p:nvCxnSpPr>
        <p:spPr>
          <a:xfrm rot="16200000" flipV="1">
            <a:off x="4552950" y="859155"/>
            <a:ext cx="1031875" cy="5746750"/>
          </a:xfrm>
          <a:prstGeom prst="bentConnector3">
            <a:avLst>
              <a:gd name="adj1" fmla="val 50051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도형 192"/>
          <p:cNvCxnSpPr/>
          <p:nvPr/>
        </p:nvCxnSpPr>
        <p:spPr>
          <a:xfrm rot="0">
            <a:off x="6619875" y="3752850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도형 193"/>
          <p:cNvCxnSpPr/>
          <p:nvPr/>
        </p:nvCxnSpPr>
        <p:spPr>
          <a:xfrm rot="0">
            <a:off x="5300980" y="3729355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도형 194"/>
          <p:cNvCxnSpPr/>
          <p:nvPr/>
        </p:nvCxnSpPr>
        <p:spPr>
          <a:xfrm rot="0">
            <a:off x="1734185" y="3734435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도형 195"/>
          <p:cNvCxnSpPr/>
          <p:nvPr/>
        </p:nvCxnSpPr>
        <p:spPr>
          <a:xfrm rot="0">
            <a:off x="4039235" y="3715385"/>
            <a:ext cx="6985" cy="53213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도형 196"/>
          <p:cNvCxnSpPr/>
          <p:nvPr/>
        </p:nvCxnSpPr>
        <p:spPr>
          <a:xfrm rot="0">
            <a:off x="2934335" y="3743960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도형 197"/>
          <p:cNvSpPr>
            <a:spLocks/>
          </p:cNvSpPr>
          <p:nvPr/>
        </p:nvSpPr>
        <p:spPr>
          <a:xfrm rot="0">
            <a:off x="4822825" y="6251575"/>
            <a:ext cx="76454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건물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1" name="도형 198"/>
          <p:cNvSpPr>
            <a:spLocks/>
          </p:cNvSpPr>
          <p:nvPr/>
        </p:nvSpPr>
        <p:spPr>
          <a:xfrm rot="0">
            <a:off x="5723255" y="625665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위치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2" name="도형 199"/>
          <p:cNvCxnSpPr>
            <a:stCxn id="11" idx="2"/>
            <a:endCxn id="30" idx="0"/>
          </p:cNvCxnSpPr>
          <p:nvPr/>
        </p:nvCxnSpPr>
        <p:spPr>
          <a:xfrm rot="5400000">
            <a:off x="6080125" y="2305050"/>
            <a:ext cx="3072130" cy="4822190"/>
          </a:xfrm>
          <a:prstGeom prst="bentConnector3">
            <a:avLst>
              <a:gd name="adj1" fmla="val 50009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도형 200"/>
          <p:cNvSpPr>
            <a:spLocks/>
          </p:cNvSpPr>
          <p:nvPr/>
        </p:nvSpPr>
        <p:spPr>
          <a:xfrm rot="0">
            <a:off x="6890385" y="626173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남성,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여성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대변기 수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4" name="도형 201"/>
          <p:cNvSpPr>
            <a:spLocks/>
          </p:cNvSpPr>
          <p:nvPr/>
        </p:nvSpPr>
        <p:spPr>
          <a:xfrm rot="0">
            <a:off x="8023860" y="6252210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개방여부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5" name="도형 202"/>
          <p:cNvSpPr>
            <a:spLocks/>
          </p:cNvSpPr>
          <p:nvPr/>
        </p:nvSpPr>
        <p:spPr>
          <a:xfrm rot="0">
            <a:off x="9286240" y="624776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남녀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공용화장실여부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7" name="도형 204"/>
          <p:cNvSpPr>
            <a:spLocks/>
          </p:cNvSpPr>
          <p:nvPr/>
        </p:nvSpPr>
        <p:spPr>
          <a:xfrm rot="0">
            <a:off x="10500995" y="625284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개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방시간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8" name="도형 205"/>
          <p:cNvCxnSpPr>
            <a:endCxn id="11" idx="2"/>
          </p:cNvCxnSpPr>
          <p:nvPr/>
        </p:nvCxnSpPr>
        <p:spPr>
          <a:xfrm rot="16200000" flipV="1">
            <a:off x="8988425" y="4218305"/>
            <a:ext cx="3074035" cy="998220"/>
          </a:xfrm>
          <a:prstGeom prst="bentConnector3">
            <a:avLst>
              <a:gd name="adj1" fmla="val 50019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도형 211"/>
          <p:cNvCxnSpPr/>
          <p:nvPr/>
        </p:nvCxnSpPr>
        <p:spPr>
          <a:xfrm rot="0" flipH="1">
            <a:off x="6265545" y="4710430"/>
            <a:ext cx="1270" cy="157607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도형 212"/>
          <p:cNvCxnSpPr/>
          <p:nvPr/>
        </p:nvCxnSpPr>
        <p:spPr>
          <a:xfrm rot="0" flipH="1">
            <a:off x="7418070" y="4700905"/>
            <a:ext cx="1270" cy="157607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도형 213"/>
          <p:cNvCxnSpPr/>
          <p:nvPr/>
        </p:nvCxnSpPr>
        <p:spPr>
          <a:xfrm rot="0" flipH="1">
            <a:off x="9808845" y="4700905"/>
            <a:ext cx="1270" cy="157607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텍스트 상자 215"/>
          <p:cNvSpPr txBox="1">
            <a:spLocks/>
          </p:cNvSpPr>
          <p:nvPr/>
        </p:nvSpPr>
        <p:spPr>
          <a:xfrm rot="0">
            <a:off x="619125" y="542925"/>
            <a:ext cx="274383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이외 </a:t>
            </a:r>
            <a:r>
              <a:rPr lang="ko-KR" sz="1800">
                <a:latin typeface="맑은 고딕" charset="0"/>
                <a:ea typeface="맑은 고딕" charset="0"/>
              </a:rPr>
              <a:t>지역 </a:t>
            </a:r>
            <a:r>
              <a:rPr sz="1800">
                <a:latin typeface="맑은 고딕" charset="0"/>
                <a:ea typeface="맑은 고딕" charset="0"/>
              </a:rPr>
              <a:t>화장실</a:t>
            </a:r>
            <a:r>
              <a:rPr lang="ko-KR" sz="1800">
                <a:latin typeface="맑은 고딕" charset="0"/>
                <a:ea typeface="맑은 고딕" charset="0"/>
              </a:rPr>
              <a:t> 구상도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도형 216"/>
          <p:cNvSpPr>
            <a:spLocks/>
          </p:cNvSpPr>
          <p:nvPr/>
        </p:nvSpPr>
        <p:spPr>
          <a:xfrm rot="0">
            <a:off x="1677670" y="92900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혼잡도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" name="도형 217"/>
          <p:cNvCxnSpPr/>
          <p:nvPr/>
        </p:nvCxnSpPr>
        <p:spPr>
          <a:xfrm rot="0">
            <a:off x="2423795" y="1313180"/>
            <a:ext cx="635" cy="490220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도형 218"/>
          <p:cNvSpPr>
            <a:spLocks/>
          </p:cNvSpPr>
          <p:nvPr/>
        </p:nvSpPr>
        <p:spPr>
          <a:xfrm rot="0">
            <a:off x="1674495" y="175450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지하철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색창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도형 219"/>
          <p:cNvSpPr>
            <a:spLocks/>
          </p:cNvSpPr>
          <p:nvPr/>
        </p:nvSpPr>
        <p:spPr>
          <a:xfrm rot="0">
            <a:off x="1665605" y="244284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정보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져오기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6" name="도형 220"/>
          <p:cNvCxnSpPr/>
          <p:nvPr/>
        </p:nvCxnSpPr>
        <p:spPr>
          <a:xfrm rot="0">
            <a:off x="2411095" y="2139315"/>
            <a:ext cx="635" cy="304165"/>
          </a:xfrm>
          <a:prstGeom prst="line"/>
          <a:ln w="6350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도형 221"/>
          <p:cNvSpPr>
            <a:spLocks/>
          </p:cNvSpPr>
          <p:nvPr/>
        </p:nvSpPr>
        <p:spPr>
          <a:xfrm rot="0">
            <a:off x="3433445" y="174879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시간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검색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8" name="도형 222"/>
          <p:cNvCxnSpPr/>
          <p:nvPr/>
        </p:nvCxnSpPr>
        <p:spPr>
          <a:xfrm rot="0">
            <a:off x="3168650" y="1121410"/>
            <a:ext cx="1010920" cy="628015"/>
          </a:xfrm>
          <a:prstGeom prst="bentConnector3">
            <a:avLst>
              <a:gd name="adj1" fmla="val 98500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도형 223"/>
          <p:cNvSpPr>
            <a:spLocks/>
          </p:cNvSpPr>
          <p:nvPr/>
        </p:nvSpPr>
        <p:spPr>
          <a:xfrm rot="0">
            <a:off x="1659255" y="308292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표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0" name="도형 224"/>
          <p:cNvCxnSpPr/>
          <p:nvPr/>
        </p:nvCxnSpPr>
        <p:spPr>
          <a:xfrm rot="0">
            <a:off x="2404745" y="2828290"/>
            <a:ext cx="635" cy="25527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도형 225"/>
          <p:cNvSpPr>
            <a:spLocks/>
          </p:cNvSpPr>
          <p:nvPr/>
        </p:nvSpPr>
        <p:spPr>
          <a:xfrm rot="5400000">
            <a:off x="3416935" y="1873250"/>
            <a:ext cx="502285" cy="1022985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226"/>
          <p:cNvSpPr>
            <a:spLocks/>
          </p:cNvSpPr>
          <p:nvPr/>
        </p:nvSpPr>
        <p:spPr>
          <a:xfrm rot="0">
            <a:off x="512445" y="4512945"/>
            <a:ext cx="76454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호선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도형 227"/>
          <p:cNvSpPr>
            <a:spLocks/>
          </p:cNvSpPr>
          <p:nvPr/>
        </p:nvSpPr>
        <p:spPr>
          <a:xfrm rot="0">
            <a:off x="1412875" y="451802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역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이름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4" name="도형 228"/>
          <p:cNvCxnSpPr/>
          <p:nvPr/>
        </p:nvCxnSpPr>
        <p:spPr>
          <a:xfrm rot="5400000">
            <a:off x="1127125" y="3235325"/>
            <a:ext cx="1045845" cy="1510665"/>
          </a:xfrm>
          <a:prstGeom prst="bentConnector3">
            <a:avLst>
              <a:gd name="adj1" fmla="val 50065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도형 229"/>
          <p:cNvSpPr>
            <a:spLocks/>
          </p:cNvSpPr>
          <p:nvPr/>
        </p:nvSpPr>
        <p:spPr>
          <a:xfrm rot="0">
            <a:off x="2751455" y="452310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승차인원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9" name="도형 233"/>
          <p:cNvSpPr>
            <a:spLocks/>
          </p:cNvSpPr>
          <p:nvPr/>
        </p:nvSpPr>
        <p:spPr>
          <a:xfrm rot="0">
            <a:off x="4933315" y="4514215"/>
            <a:ext cx="1045210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하차 </a:t>
            </a: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인원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20" name="도형 234"/>
          <p:cNvCxnSpPr/>
          <p:nvPr/>
        </p:nvCxnSpPr>
        <p:spPr>
          <a:xfrm rot="16200000" flipV="1">
            <a:off x="3406775" y="2465705"/>
            <a:ext cx="1047115" cy="3051810"/>
          </a:xfrm>
          <a:prstGeom prst="bentConnector3">
            <a:avLst>
              <a:gd name="adj1" fmla="val 50060"/>
            </a:avLst>
          </a:prstGeom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도형 237"/>
          <p:cNvCxnSpPr/>
          <p:nvPr/>
        </p:nvCxnSpPr>
        <p:spPr>
          <a:xfrm rot="0">
            <a:off x="1924685" y="4001135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도형 239"/>
          <p:cNvCxnSpPr/>
          <p:nvPr/>
        </p:nvCxnSpPr>
        <p:spPr>
          <a:xfrm rot="0">
            <a:off x="3296285" y="4010660"/>
            <a:ext cx="635" cy="48641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텍스트 상자 244"/>
          <p:cNvSpPr txBox="1">
            <a:spLocks/>
          </p:cNvSpPr>
          <p:nvPr/>
        </p:nvSpPr>
        <p:spPr>
          <a:xfrm rot="0">
            <a:off x="619125" y="295275"/>
            <a:ext cx="3058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지하철 혼잡</a:t>
            </a:r>
            <a:r>
              <a:rPr lang="ko-KR" sz="1800">
                <a:latin typeface="맑은 고딕" charset="0"/>
                <a:ea typeface="맑은 고딕" charset="0"/>
              </a:rPr>
              <a:t>도 </a:t>
            </a:r>
            <a:r>
              <a:rPr lang="ko-KR" sz="1800">
                <a:latin typeface="맑은 고딕" charset="0"/>
                <a:ea typeface="맑은 고딕" charset="0"/>
              </a:rPr>
              <a:t>화면</a:t>
            </a:r>
            <a:r>
              <a:rPr lang="ko-KR" sz="1800">
                <a:latin typeface="맑은 고딕" charset="0"/>
                <a:ea typeface="맑은 고딕" charset="0"/>
              </a:rPr>
              <a:t> 구상도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7" name="도형 245"/>
          <p:cNvSpPr>
            <a:spLocks/>
          </p:cNvSpPr>
          <p:nvPr/>
        </p:nvSpPr>
        <p:spPr>
          <a:xfrm rot="0">
            <a:off x="9187180" y="91313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로그인/회원가입</a:t>
            </a:r>
            <a:endParaRPr lang="ko-KR" altLang="en-US"/>
          </a:p>
        </p:txBody>
      </p:sp>
      <p:sp>
        <p:nvSpPr>
          <p:cNvPr id="28" name="도형 246"/>
          <p:cNvSpPr>
            <a:spLocks/>
          </p:cNvSpPr>
          <p:nvPr/>
        </p:nvSpPr>
        <p:spPr>
          <a:xfrm rot="0">
            <a:off x="7247890" y="179578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아이디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/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비밀번호 입력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9" name="도형 247"/>
          <p:cNvSpPr>
            <a:spLocks/>
          </p:cNvSpPr>
          <p:nvPr/>
        </p:nvSpPr>
        <p:spPr>
          <a:xfrm rot="10800000" flipV="1">
            <a:off x="7993380" y="1105535"/>
            <a:ext cx="1194435" cy="690880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0" name="도형 248"/>
          <p:cNvSpPr>
            <a:spLocks/>
          </p:cNvSpPr>
          <p:nvPr/>
        </p:nvSpPr>
        <p:spPr>
          <a:xfrm rot="0">
            <a:off x="9189720" y="179768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구글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,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네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이버,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카카오 로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그인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1" name="도형 249"/>
          <p:cNvSpPr>
            <a:spLocks/>
          </p:cNvSpPr>
          <p:nvPr/>
        </p:nvSpPr>
        <p:spPr>
          <a:xfrm rot="0">
            <a:off x="7247890" y="257873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로그인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버튼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2" name="도형 250"/>
          <p:cNvCxnSpPr/>
          <p:nvPr/>
        </p:nvCxnSpPr>
        <p:spPr>
          <a:xfrm rot="0">
            <a:off x="9932670" y="1297940"/>
            <a:ext cx="3175" cy="50038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도형 251"/>
          <p:cNvCxnSpPr/>
          <p:nvPr/>
        </p:nvCxnSpPr>
        <p:spPr>
          <a:xfrm rot="0">
            <a:off x="7993380" y="2180590"/>
            <a:ext cx="635" cy="39878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도형 252"/>
          <p:cNvSpPr>
            <a:spLocks/>
          </p:cNvSpPr>
          <p:nvPr/>
        </p:nvSpPr>
        <p:spPr>
          <a:xfrm rot="0">
            <a:off x="7249795" y="3189605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회원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가입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버튼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5" name="도형 253"/>
          <p:cNvCxnSpPr/>
          <p:nvPr/>
        </p:nvCxnSpPr>
        <p:spPr>
          <a:xfrm rot="0">
            <a:off x="7993380" y="2963545"/>
            <a:ext cx="2540" cy="22669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텍스트 상자 254"/>
          <p:cNvSpPr txBox="1">
            <a:spLocks/>
          </p:cNvSpPr>
          <p:nvPr/>
        </p:nvSpPr>
        <p:spPr>
          <a:xfrm rot="0">
            <a:off x="5367655" y="290830"/>
            <a:ext cx="3058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로그인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화면 구상도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7" name="도형 255"/>
          <p:cNvSpPr>
            <a:spLocks/>
          </p:cNvSpPr>
          <p:nvPr/>
        </p:nvSpPr>
        <p:spPr>
          <a:xfrm rot="0">
            <a:off x="8729345" y="2771140"/>
            <a:ext cx="1100455" cy="471805"/>
          </a:xfrm>
          <a:prstGeom prst="bentConnector2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8" name="도형 257"/>
          <p:cNvSpPr>
            <a:spLocks/>
          </p:cNvSpPr>
          <p:nvPr/>
        </p:nvSpPr>
        <p:spPr>
          <a:xfrm rot="0">
            <a:off x="9083675" y="3242310"/>
            <a:ext cx="1491615" cy="385445"/>
          </a:xfrm>
          <a:prstGeom prst="rect"/>
          <a:solidFill>
            <a:schemeClr val="bg1"/>
          </a:solidFill>
          <a:ln w="3175" cap="flat" cmpd="sng">
            <a:solidFill>
              <a:schemeClr val="bg1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로그인,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비밀번호 정규표현식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절차 </a:t>
            </a:r>
            <a:r>
              <a:rPr lang="ko-KR" sz="9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확인</a:t>
            </a:r>
            <a:endParaRPr lang="ko-KR" altLang="en-US" sz="9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 rot="0">
            <a:off x="914400" y="1381760"/>
            <a:ext cx="6142990" cy="238887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l">
              <a:buFontTx/>
              <a:buNone/>
              <a:defRPr lang="en-GB" altLang="en-US" sz="5000" b="1">
                <a:solidFill>
                  <a:srgbClr val="F05F5C"/>
                </a:solidFill>
              </a:defRPr>
            </a:lvl1pPr>
          </a:lstStyle>
          <a:p>
            <a:pPr marL="0" indent="0" rtl="0"/>
            <a:r>
              <a:rPr lang="ko-KR" altLang="en-US"/>
              <a:t>TO</a:t>
            </a:r>
            <a:r>
              <a:rPr lang="ko-KR" altLang="en-US"/>
              <a:t>IL WA</a:t>
            </a:r>
            <a:r>
              <a:rPr lang="ko-KR" altLang="en-US"/>
              <a:t>Y </a:t>
            </a:r>
            <a:r>
              <a:rPr lang="ko-KR" altLang="en-US"/>
              <a:t/>
            </a:r>
            <a:br>
              <a:rPr lang="ko-KR" altLang="en-US"/>
            </a:br>
            <a:r>
              <a:rPr lang="ko-KR" altLang="en-US"/>
              <a:t>스토리 </a:t>
            </a:r>
            <a:r>
              <a:rPr lang="ko-KR" altLang="en-US"/>
              <a:t>보드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50"/>
          <p:cNvGraphicFramePr>
            <a:graphicFrameLocks noGrp="1"/>
          </p:cNvGraphicFramePr>
          <p:nvPr/>
        </p:nvGraphicFramePr>
        <p:xfrm>
          <a:off x="9180830" y="1657350"/>
          <a:ext cx="2599690" cy="510222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0590"/>
                <a:gridCol w="1689100"/>
              </a:tblGrid>
              <a:tr h="309245">
                <a:tc gridSpan="2"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on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811530">
                <a:tc gridSpan="2"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메인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지하철,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이외의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장소 화장실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페이지로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갈 수 있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음 -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&gt;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지금 현재 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치한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 호선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클릭할 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메인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페이지로 갈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현재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지하철에서 일어나는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사건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사고들을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수 있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3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혼잡도를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수 있는 창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83312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호선별로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나눠져 있으며 자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신이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속한 호선을 클릭 할 수 있음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(호선에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상관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없이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클릭해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들어가서 지하철 이름을 입력하면 해당 지하철의 화장실 위치 정보를 볼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70993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서울,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경기도 인근의 공중 화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장실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정보를 볼 수 있는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스크린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 해당 페이지를 클릭하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 및 경기도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인근에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있는 공중 화장실 위치 정보를 볼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46355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6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지하철에서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일어나는 사건 사고 , 혹은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법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및 제도에 대해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알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graphicFrame>
        <p:nvGraphicFramePr>
          <p:cNvPr id="16" name="표 47"/>
          <p:cNvGraphicFramePr>
            <a:graphicFrameLocks noGrp="1"/>
          </p:cNvGraphicFramePr>
          <p:nvPr/>
        </p:nvGraphicFramePr>
        <p:xfrm>
          <a:off x="688975" y="352425"/>
          <a:ext cx="11148060" cy="108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010"/>
                <a:gridCol w="1858010"/>
                <a:gridCol w="1858010"/>
                <a:gridCol w="1858010"/>
                <a:gridCol w="1858010"/>
                <a:gridCol w="1858010"/>
              </a:tblGrid>
              <a:tr h="3708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프로젝트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Toilway 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서비스 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김충희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코드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일자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2025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-04-11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화면경로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(index.html)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sp>
        <p:nvSpPr>
          <p:cNvPr id="17" name="도형 48"/>
          <p:cNvSpPr>
            <a:spLocks/>
          </p:cNvSpPr>
          <p:nvPr/>
        </p:nvSpPr>
        <p:spPr>
          <a:xfrm rot="0">
            <a:off x="1438275" y="2581275"/>
            <a:ext cx="1181735" cy="28638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H</a:t>
            </a:r>
            <a:r>
              <a:rPr lang="ko-KR" sz="1800">
                <a:latin typeface="맑은 고딕" charset="0"/>
                <a:ea typeface="맑은 고딕" charset="0"/>
              </a:rPr>
              <a:t>ome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8" name="도형 59"/>
          <p:cNvSpPr>
            <a:spLocks/>
          </p:cNvSpPr>
          <p:nvPr/>
        </p:nvSpPr>
        <p:spPr>
          <a:xfrm rot="0">
            <a:off x="776605" y="1576705"/>
            <a:ext cx="1129030" cy="68135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L</a:t>
            </a:r>
            <a:r>
              <a:rPr lang="ko-KR" sz="1800">
                <a:latin typeface="맑은 고딕" charset="0"/>
                <a:ea typeface="맑은 고딕" charset="0"/>
              </a:rPr>
              <a:t>ogo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9" name="도형 61"/>
          <p:cNvSpPr>
            <a:spLocks/>
          </p:cNvSpPr>
          <p:nvPr/>
        </p:nvSpPr>
        <p:spPr>
          <a:xfrm rot="0">
            <a:off x="2639060" y="1866900"/>
            <a:ext cx="3771900" cy="33909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검색창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" name="텍스트 상자 62"/>
          <p:cNvSpPr txBox="1">
            <a:spLocks/>
          </p:cNvSpPr>
          <p:nvPr/>
        </p:nvSpPr>
        <p:spPr>
          <a:xfrm rot="0">
            <a:off x="7477125" y="1657350"/>
            <a:ext cx="1438910" cy="26225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100">
                <a:latin typeface="맑은 고딕" charset="0"/>
                <a:ea typeface="맑은 고딕" charset="0"/>
              </a:rPr>
              <a:t>로그인</a:t>
            </a:r>
            <a:r>
              <a:rPr lang="ko-KR" sz="1100">
                <a:latin typeface="맑은 고딕" charset="0"/>
                <a:ea typeface="맑은 고딕" charset="0"/>
              </a:rPr>
              <a:t> </a:t>
            </a:r>
            <a:r>
              <a:rPr lang="ko-KR" sz="1100">
                <a:latin typeface="맑은 고딕" charset="0"/>
                <a:ea typeface="맑은 고딕" charset="0"/>
              </a:rPr>
              <a:t>| </a:t>
            </a:r>
            <a:r>
              <a:rPr lang="ko-KR" sz="1100">
                <a:latin typeface="맑은 고딕" charset="0"/>
                <a:ea typeface="맑은 고딕" charset="0"/>
              </a:rPr>
              <a:t>회원가입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21" name="도형 63"/>
          <p:cNvSpPr>
            <a:spLocks/>
          </p:cNvSpPr>
          <p:nvPr/>
        </p:nvSpPr>
        <p:spPr>
          <a:xfrm rot="0">
            <a:off x="2834005" y="2576830"/>
            <a:ext cx="1181735" cy="28638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N</a:t>
            </a:r>
            <a:r>
              <a:rPr lang="ko-KR" sz="1800">
                <a:latin typeface="맑은 고딕" charset="0"/>
                <a:ea typeface="맑은 고딕" charset="0"/>
              </a:rPr>
              <a:t>ews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도형 64"/>
          <p:cNvSpPr>
            <a:spLocks/>
          </p:cNvSpPr>
          <p:nvPr/>
        </p:nvSpPr>
        <p:spPr>
          <a:xfrm rot="0">
            <a:off x="4300855" y="2576830"/>
            <a:ext cx="2395855" cy="28638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S</a:t>
            </a:r>
            <a:r>
              <a:rPr lang="ko-KR" sz="1800">
                <a:latin typeface="맑은 고딕" charset="0"/>
                <a:ea typeface="맑은 고딕" charset="0"/>
              </a:rPr>
              <a:t>ubway </a:t>
            </a:r>
            <a:r>
              <a:rPr lang="ko-KR" sz="1800">
                <a:latin typeface="맑은 고딕" charset="0"/>
                <a:ea typeface="맑은 고딕" charset="0"/>
              </a:rPr>
              <a:t>u</a:t>
            </a:r>
            <a:r>
              <a:rPr lang="ko-KR" sz="1800">
                <a:latin typeface="맑은 고딕" charset="0"/>
                <a:ea typeface="맑은 고딕" charset="0"/>
              </a:rPr>
              <a:t>s</a:t>
            </a:r>
            <a:r>
              <a:rPr lang="ko-KR" sz="1800">
                <a:latin typeface="맑은 고딕" charset="0"/>
                <a:ea typeface="맑은 고딕" charset="0"/>
              </a:rPr>
              <a:t>a</a:t>
            </a:r>
            <a:r>
              <a:rPr lang="ko-KR" sz="1800">
                <a:latin typeface="맑은 고딕" charset="0"/>
                <a:ea typeface="맑은 고딕" charset="0"/>
              </a:rPr>
              <a:t>ge </a:t>
            </a:r>
            <a:r>
              <a:rPr lang="ko-KR" sz="1800">
                <a:latin typeface="맑은 고딕" charset="0"/>
                <a:ea typeface="맑은 고딕" charset="0"/>
              </a:rPr>
              <a:t>d</a:t>
            </a:r>
            <a:r>
              <a:rPr lang="ko-KR" sz="1800">
                <a:latin typeface="맑은 고딕" charset="0"/>
                <a:ea typeface="맑은 고딕" charset="0"/>
              </a:rPr>
              <a:t>ata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3" name="도형 65"/>
          <p:cNvSpPr>
            <a:spLocks/>
          </p:cNvSpPr>
          <p:nvPr/>
        </p:nvSpPr>
        <p:spPr>
          <a:xfrm rot="0">
            <a:off x="6901180" y="2576830"/>
            <a:ext cx="1181735" cy="28638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M</a:t>
            </a:r>
            <a:r>
              <a:rPr lang="ko-KR" sz="1800">
                <a:latin typeface="맑은 고딕" charset="0"/>
                <a:ea typeface="맑은 고딕" charset="0"/>
              </a:rPr>
              <a:t>y page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4" name="도형 66"/>
          <p:cNvSpPr>
            <a:spLocks/>
          </p:cNvSpPr>
          <p:nvPr/>
        </p:nvSpPr>
        <p:spPr>
          <a:xfrm rot="0">
            <a:off x="1434465" y="3510280"/>
            <a:ext cx="7081520" cy="90995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지하철 </a:t>
            </a:r>
            <a:r>
              <a:rPr lang="ko-KR" sz="1800">
                <a:latin typeface="맑은 고딕" charset="0"/>
                <a:ea typeface="맑은 고딕" charset="0"/>
              </a:rPr>
              <a:t>스크린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5" name="텍스트 상자 67"/>
          <p:cNvSpPr txBox="1">
            <a:spLocks/>
          </p:cNvSpPr>
          <p:nvPr/>
        </p:nvSpPr>
        <p:spPr>
          <a:xfrm rot="0">
            <a:off x="1438275" y="3105150"/>
            <a:ext cx="344868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서울 </a:t>
            </a:r>
            <a:r>
              <a:rPr lang="ko-KR" sz="1800">
                <a:latin typeface="맑은 고딕" charset="0"/>
                <a:ea typeface="맑은 고딕" charset="0"/>
              </a:rPr>
              <a:t>지하철 화장실 위</a:t>
            </a:r>
            <a:r>
              <a:rPr lang="ko-KR" sz="1800">
                <a:latin typeface="맑은 고딕" charset="0"/>
                <a:ea typeface="맑은 고딕" charset="0"/>
              </a:rPr>
              <a:t>치 </a:t>
            </a:r>
            <a:r>
              <a:rPr lang="ko-KR" sz="1800">
                <a:latin typeface="맑은 고딕" charset="0"/>
                <a:ea typeface="맑은 고딕" charset="0"/>
              </a:rPr>
              <a:t>정보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6" name="텍스트 상자 68"/>
          <p:cNvSpPr txBox="1">
            <a:spLocks/>
          </p:cNvSpPr>
          <p:nvPr/>
        </p:nvSpPr>
        <p:spPr>
          <a:xfrm rot="0">
            <a:off x="1433830" y="4586605"/>
            <a:ext cx="344868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다른 </a:t>
            </a:r>
            <a:r>
              <a:rPr sz="1800">
                <a:latin typeface="맑은 고딕" charset="0"/>
                <a:ea typeface="맑은 고딕" charset="0"/>
              </a:rPr>
              <a:t>장소 화장실 </a:t>
            </a:r>
            <a:r>
              <a:rPr lang="ko-KR" sz="1800">
                <a:latin typeface="맑은 고딕" charset="0"/>
                <a:ea typeface="맑은 고딕" charset="0"/>
              </a:rPr>
              <a:t>정보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7" name="도형 69"/>
          <p:cNvSpPr>
            <a:spLocks/>
          </p:cNvSpPr>
          <p:nvPr/>
        </p:nvSpPr>
        <p:spPr>
          <a:xfrm rot="0">
            <a:off x="1439545" y="4991735"/>
            <a:ext cx="7081520" cy="90995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장소 </a:t>
            </a:r>
            <a:r>
              <a:rPr lang="ko-KR" sz="1800">
                <a:latin typeface="맑은 고딕" charset="0"/>
                <a:ea typeface="맑은 고딕" charset="0"/>
              </a:rPr>
              <a:t>스크린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8" name="도형 70"/>
          <p:cNvSpPr>
            <a:spLocks/>
          </p:cNvSpPr>
          <p:nvPr/>
        </p:nvSpPr>
        <p:spPr>
          <a:xfrm rot="0">
            <a:off x="1247775" y="240030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9" name="도형 74"/>
          <p:cNvSpPr>
            <a:spLocks/>
          </p:cNvSpPr>
          <p:nvPr/>
        </p:nvSpPr>
        <p:spPr>
          <a:xfrm rot="0">
            <a:off x="2662555" y="234823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0" name="도형 75"/>
          <p:cNvSpPr>
            <a:spLocks/>
          </p:cNvSpPr>
          <p:nvPr/>
        </p:nvSpPr>
        <p:spPr>
          <a:xfrm rot="0">
            <a:off x="1435100" y="6025515"/>
            <a:ext cx="7081520" cy="72834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뉴스 </a:t>
            </a:r>
            <a:r>
              <a:rPr lang="ko-KR" sz="1800">
                <a:latin typeface="맑은 고딕" charset="0"/>
                <a:ea typeface="맑은 고딕" charset="0"/>
              </a:rPr>
              <a:t>스</a:t>
            </a:r>
            <a:r>
              <a:rPr lang="ko-KR" sz="1800">
                <a:latin typeface="맑은 고딕" charset="0"/>
                <a:ea typeface="맑은 고딕" charset="0"/>
              </a:rPr>
              <a:t>크린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3" name="도형 78"/>
          <p:cNvSpPr>
            <a:spLocks/>
          </p:cNvSpPr>
          <p:nvPr/>
        </p:nvSpPr>
        <p:spPr>
          <a:xfrm rot="0">
            <a:off x="1220470" y="586867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6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4" name="도형 79"/>
          <p:cNvSpPr>
            <a:spLocks/>
          </p:cNvSpPr>
          <p:nvPr/>
        </p:nvSpPr>
        <p:spPr>
          <a:xfrm rot="0">
            <a:off x="1263650" y="483552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5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5" name="도형 80"/>
          <p:cNvSpPr>
            <a:spLocks/>
          </p:cNvSpPr>
          <p:nvPr/>
        </p:nvSpPr>
        <p:spPr>
          <a:xfrm rot="0">
            <a:off x="1268730" y="343090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4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81"/>
          <p:cNvSpPr>
            <a:spLocks/>
          </p:cNvSpPr>
          <p:nvPr/>
        </p:nvSpPr>
        <p:spPr>
          <a:xfrm rot="0">
            <a:off x="4159885" y="239776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3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199" descr="C:/Users/pract/AppData/Roaming/PolarisOffice/ETemp/1888_17357240/fImage6957534841.jpe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28090" y="5774055"/>
            <a:ext cx="1964690" cy="996315"/>
          </a:xfrm>
          <a:prstGeom prst="rect"/>
          <a:noFill/>
        </p:spPr>
      </p:pic>
      <p:graphicFrame>
        <p:nvGraphicFramePr>
          <p:cNvPr id="2" name="표 82"/>
          <p:cNvGraphicFramePr>
            <a:graphicFrameLocks noGrp="1"/>
          </p:cNvGraphicFramePr>
          <p:nvPr/>
        </p:nvGraphicFramePr>
        <p:xfrm>
          <a:off x="9180830" y="1657350"/>
          <a:ext cx="2599690" cy="450278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0590"/>
                <a:gridCol w="1689100"/>
              </a:tblGrid>
              <a:tr h="296545">
                <a:tc gridSpan="2"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on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86130">
                <a:tc gridSpan="2"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메인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지하철,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이외의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장소 화장실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페이지로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갈 수 있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음 -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&gt;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지금 현재 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치한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 호선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클릭할 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름을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적으면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해당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역에 대한 화장실 위치에 정보가 뜸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검색한 역 버튼창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3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검색한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 정보를 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우고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새로운 역을 검색할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5867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,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해당 역의 화장실 위치와 변기 대수, 화장실 설치 유형을 볼 수 있음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(소변기는 로테이션이 빠르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기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때문에 넣지 않음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46355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선택한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역의 비상대피도를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보여줌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화장실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뿐만 아니라 엘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리베이터,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비상대피도도 볼 수 있음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graphicFrame>
        <p:nvGraphicFramePr>
          <p:cNvPr id="3" name="표 83"/>
          <p:cNvGraphicFramePr>
            <a:graphicFrameLocks noGrp="1"/>
          </p:cNvGraphicFramePr>
          <p:nvPr/>
        </p:nvGraphicFramePr>
        <p:xfrm>
          <a:off x="688975" y="352425"/>
          <a:ext cx="11148060" cy="108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010"/>
                <a:gridCol w="1858010"/>
                <a:gridCol w="1858010"/>
                <a:gridCol w="1858010"/>
                <a:gridCol w="1858010"/>
                <a:gridCol w="1858010"/>
              </a:tblGrid>
              <a:tr h="3708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프로젝트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w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ay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서비스 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김충희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코드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일자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025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04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11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화면경로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ndex.html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=&gt;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지하철 스크린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(s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ubway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oil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e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nfo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html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))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sp>
        <p:nvSpPr>
          <p:cNvPr id="11" name="도형 91"/>
          <p:cNvSpPr>
            <a:spLocks/>
          </p:cNvSpPr>
          <p:nvPr/>
        </p:nvSpPr>
        <p:spPr>
          <a:xfrm rot="0">
            <a:off x="1358265" y="2995930"/>
            <a:ext cx="2976245" cy="44323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역 </a:t>
            </a:r>
            <a:r>
              <a:rPr lang="ko-KR" sz="1800">
                <a:latin typeface="맑은 고딕" charset="0"/>
                <a:ea typeface="맑은 고딕" charset="0"/>
              </a:rPr>
              <a:t>이름 검색창</a:t>
            </a:r>
            <a:r>
              <a:rPr lang="ko-KR" sz="1800">
                <a:latin typeface="맑은 고딕" charset="0"/>
                <a:ea typeface="맑은 고딕" charset="0"/>
              </a:rPr>
              <a:t>.</a:t>
            </a:r>
            <a:r>
              <a:rPr lang="ko-KR" sz="1800">
                <a:latin typeface="맑은 고딕" charset="0"/>
                <a:ea typeface="맑은 고딕" charset="0"/>
              </a:rPr>
              <a:t>..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텍스트 상자 92"/>
          <p:cNvSpPr txBox="1">
            <a:spLocks/>
          </p:cNvSpPr>
          <p:nvPr/>
        </p:nvSpPr>
        <p:spPr>
          <a:xfrm rot="0">
            <a:off x="1362075" y="1657350"/>
            <a:ext cx="344868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S</a:t>
            </a:r>
            <a:r>
              <a:rPr sz="1800">
                <a:latin typeface="맑은 고딕" charset="0"/>
                <a:ea typeface="맑은 고딕" charset="0"/>
              </a:rPr>
              <a:t>e</a:t>
            </a:r>
            <a:r>
              <a:rPr lang="ko-KR" sz="1800">
                <a:latin typeface="맑은 고딕" charset="0"/>
                <a:ea typeface="맑은 고딕" charset="0"/>
              </a:rPr>
              <a:t>o</a:t>
            </a:r>
            <a:r>
              <a:rPr lang="ko-KR" sz="1800">
                <a:latin typeface="맑은 고딕" charset="0"/>
                <a:ea typeface="맑은 고딕" charset="0"/>
              </a:rPr>
              <a:t>ul subway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텍스트 상자 93"/>
          <p:cNvSpPr txBox="1">
            <a:spLocks/>
          </p:cNvSpPr>
          <p:nvPr/>
        </p:nvSpPr>
        <p:spPr>
          <a:xfrm rot="0">
            <a:off x="1357630" y="3538855"/>
            <a:ext cx="3448685" cy="26225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100">
                <a:latin typeface="맑은 고딕" charset="0"/>
                <a:ea typeface="맑은 고딕" charset="0"/>
              </a:rPr>
              <a:t>역 </a:t>
            </a:r>
            <a:r>
              <a:rPr sz="1100">
                <a:latin typeface="맑은 고딕" charset="0"/>
                <a:ea typeface="맑은 고딕" charset="0"/>
              </a:rPr>
              <a:t>이름</a:t>
            </a:r>
            <a:r>
              <a:rPr lang="ko-KR" sz="1100">
                <a:latin typeface="맑은 고딕" charset="0"/>
                <a:ea typeface="맑은 고딕" charset="0"/>
              </a:rPr>
              <a:t>을 적어주세요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14" name="도형 94"/>
          <p:cNvSpPr>
            <a:spLocks/>
          </p:cNvSpPr>
          <p:nvPr/>
        </p:nvSpPr>
        <p:spPr>
          <a:xfrm rot="0">
            <a:off x="1287145" y="3953510"/>
            <a:ext cx="1628140" cy="32385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정보가져오기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9" name="도형 99"/>
          <p:cNvSpPr>
            <a:spLocks/>
          </p:cNvSpPr>
          <p:nvPr/>
        </p:nvSpPr>
        <p:spPr>
          <a:xfrm rot="0">
            <a:off x="1111250" y="379730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" name="도형 100"/>
          <p:cNvSpPr>
            <a:spLocks/>
          </p:cNvSpPr>
          <p:nvPr/>
        </p:nvSpPr>
        <p:spPr>
          <a:xfrm rot="0">
            <a:off x="1192530" y="291655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도형 102"/>
          <p:cNvSpPr>
            <a:spLocks/>
          </p:cNvSpPr>
          <p:nvPr/>
        </p:nvSpPr>
        <p:spPr>
          <a:xfrm rot="0">
            <a:off x="1411605" y="2105025"/>
            <a:ext cx="1170305" cy="69151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귀여운 </a:t>
            </a:r>
            <a:r>
              <a:rPr lang="ko-KR" sz="1800">
                <a:latin typeface="맑은 고딕" charset="0"/>
                <a:ea typeface="맑은 고딕" charset="0"/>
              </a:rPr>
              <a:t>아이콘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도형 103"/>
          <p:cNvSpPr>
            <a:spLocks/>
          </p:cNvSpPr>
          <p:nvPr/>
        </p:nvSpPr>
        <p:spPr>
          <a:xfrm rot="0">
            <a:off x="3025775" y="3949065"/>
            <a:ext cx="1628140" cy="32385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지우기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3" name="도형 104"/>
          <p:cNvSpPr>
            <a:spLocks/>
          </p:cNvSpPr>
          <p:nvPr/>
        </p:nvSpPr>
        <p:spPr>
          <a:xfrm rot="0">
            <a:off x="2849880" y="379285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3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4" name="텍스트 상자 105"/>
          <p:cNvSpPr txBox="1">
            <a:spLocks/>
          </p:cNvSpPr>
          <p:nvPr/>
        </p:nvSpPr>
        <p:spPr>
          <a:xfrm rot="0">
            <a:off x="1281430" y="4405630"/>
            <a:ext cx="344868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검색결과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graphicFrame>
        <p:nvGraphicFramePr>
          <p:cNvPr id="25" name="표 107"/>
          <p:cNvGraphicFramePr>
            <a:graphicFrameLocks noGrp="1"/>
          </p:cNvGraphicFramePr>
          <p:nvPr/>
        </p:nvGraphicFramePr>
        <p:xfrm>
          <a:off x="1289050" y="4848225"/>
          <a:ext cx="7320280" cy="71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035"/>
                <a:gridCol w="915035"/>
                <a:gridCol w="915035"/>
                <a:gridCol w="915035"/>
                <a:gridCol w="915035"/>
                <a:gridCol w="915035"/>
                <a:gridCol w="915035"/>
                <a:gridCol w="915035"/>
              </a:tblGrid>
              <a:tr h="34036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역이름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남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성 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대변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기수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여성 </a:t>
                      </a:r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대변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기 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수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위치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남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녀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공용화장실여부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남성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장애인용대변기수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여성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용장애인대변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기수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화상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실 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설치장소 유형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" name="도형 98"/>
          <p:cNvSpPr>
            <a:spLocks/>
          </p:cNvSpPr>
          <p:nvPr/>
        </p:nvSpPr>
        <p:spPr>
          <a:xfrm rot="0">
            <a:off x="1010920" y="4716145"/>
            <a:ext cx="343535" cy="370840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4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7" name="도형 109"/>
          <p:cNvSpPr>
            <a:spLocks/>
          </p:cNvSpPr>
          <p:nvPr/>
        </p:nvSpPr>
        <p:spPr>
          <a:xfrm rot="0">
            <a:off x="1016000" y="5578475"/>
            <a:ext cx="343535" cy="370840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5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10"/>
          <p:cNvGraphicFramePr>
            <a:graphicFrameLocks noGrp="1"/>
          </p:cNvGraphicFramePr>
          <p:nvPr/>
        </p:nvGraphicFramePr>
        <p:xfrm>
          <a:off x="9018905" y="1552575"/>
          <a:ext cx="2599690" cy="505015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0590"/>
                <a:gridCol w="1689100"/>
              </a:tblGrid>
              <a:tr h="296545">
                <a:tc gridSpan="2"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on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86130">
                <a:tc gridSpan="2"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메인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지하철,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이외의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장소 화장실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페이지로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갈 수 있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음 -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&gt;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지금 현재 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치한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 호선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클릭할 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름을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적으면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해당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역에 대한 화장실 위치에 정보가 뜸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검색한 역 버튼창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3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검색한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 정보를 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우고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새로운 역을 검색할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120269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자신이 속한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해당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구,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혹은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건물 이름, 주소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일부를 적으면 해당 지역의 가까운 화장실 위치와 주소를 알려줌,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경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기도의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경우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자신이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속한 시, 구, 혹은 건물 이름을 적으면 해당 위치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인근에 있는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화장실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위치 정보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알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graphicFrame>
        <p:nvGraphicFramePr>
          <p:cNvPr id="3" name="표 111"/>
          <p:cNvGraphicFramePr>
            <a:graphicFrameLocks noGrp="1"/>
          </p:cNvGraphicFramePr>
          <p:nvPr/>
        </p:nvGraphicFramePr>
        <p:xfrm>
          <a:off x="527050" y="247650"/>
          <a:ext cx="11148060" cy="108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010"/>
                <a:gridCol w="1858010"/>
                <a:gridCol w="1858010"/>
                <a:gridCol w="1858010"/>
                <a:gridCol w="1858010"/>
                <a:gridCol w="1858010"/>
              </a:tblGrid>
              <a:tr h="3708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프로젝트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w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ay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서비스 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김충희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코드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일자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025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04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11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화면경로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ndex.html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=&gt;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장소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스크린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(o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therLocationI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n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fo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hrml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sp>
        <p:nvSpPr>
          <p:cNvPr id="4" name="도형 112"/>
          <p:cNvSpPr>
            <a:spLocks/>
          </p:cNvSpPr>
          <p:nvPr/>
        </p:nvSpPr>
        <p:spPr>
          <a:xfrm rot="0">
            <a:off x="1196340" y="2891155"/>
            <a:ext cx="2976245" cy="44323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다른 </a:t>
            </a:r>
            <a:r>
              <a:rPr lang="ko-KR" sz="1800">
                <a:latin typeface="맑은 고딕" charset="0"/>
                <a:ea typeface="맑은 고딕" charset="0"/>
              </a:rPr>
              <a:t>장소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검색창</a:t>
            </a:r>
            <a:r>
              <a:rPr lang="ko-KR" sz="1800">
                <a:latin typeface="맑은 고딕" charset="0"/>
                <a:ea typeface="맑은 고딕" charset="0"/>
              </a:rPr>
              <a:t>.</a:t>
            </a:r>
            <a:r>
              <a:rPr lang="ko-KR" sz="1800">
                <a:latin typeface="맑은 고딕" charset="0"/>
                <a:ea typeface="맑은 고딕" charset="0"/>
              </a:rPr>
              <a:t>..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" name="텍스트 상자 113"/>
          <p:cNvSpPr txBox="1">
            <a:spLocks/>
          </p:cNvSpPr>
          <p:nvPr/>
        </p:nvSpPr>
        <p:spPr>
          <a:xfrm rot="0">
            <a:off x="1200150" y="1552575"/>
            <a:ext cx="344868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O</a:t>
            </a:r>
            <a:r>
              <a:rPr lang="ko-KR" sz="1800">
                <a:latin typeface="맑은 고딕" charset="0"/>
                <a:ea typeface="맑은 고딕" charset="0"/>
              </a:rPr>
              <a:t>ther Location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텍스트 상자 114"/>
          <p:cNvSpPr txBox="1">
            <a:spLocks/>
          </p:cNvSpPr>
          <p:nvPr/>
        </p:nvSpPr>
        <p:spPr>
          <a:xfrm rot="0">
            <a:off x="1195705" y="3434080"/>
            <a:ext cx="3448685" cy="26225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100">
                <a:latin typeface="맑은 고딕" charset="0"/>
                <a:ea typeface="맑은 고딕" charset="0"/>
              </a:rPr>
              <a:t>건</a:t>
            </a:r>
            <a:r>
              <a:rPr lang="ko-KR" sz="1100">
                <a:latin typeface="맑은 고딕" charset="0"/>
                <a:ea typeface="맑은 고딕" charset="0"/>
              </a:rPr>
              <a:t>물 </a:t>
            </a:r>
            <a:r>
              <a:rPr lang="ko-KR" sz="1100">
                <a:latin typeface="맑은 고딕" charset="0"/>
                <a:ea typeface="맑은 고딕" charset="0"/>
              </a:rPr>
              <a:t>이름, 혹은 위치 중인 시, 구 를 적어주세요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7" name="도형 115"/>
          <p:cNvSpPr>
            <a:spLocks/>
          </p:cNvSpPr>
          <p:nvPr/>
        </p:nvSpPr>
        <p:spPr>
          <a:xfrm rot="0">
            <a:off x="1125220" y="3848735"/>
            <a:ext cx="1628140" cy="32385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정보가져오기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도형 116"/>
          <p:cNvSpPr>
            <a:spLocks/>
          </p:cNvSpPr>
          <p:nvPr/>
        </p:nvSpPr>
        <p:spPr>
          <a:xfrm rot="0">
            <a:off x="949325" y="369252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117"/>
          <p:cNvSpPr>
            <a:spLocks/>
          </p:cNvSpPr>
          <p:nvPr/>
        </p:nvSpPr>
        <p:spPr>
          <a:xfrm rot="0">
            <a:off x="1030605" y="281178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118"/>
          <p:cNvSpPr>
            <a:spLocks/>
          </p:cNvSpPr>
          <p:nvPr/>
        </p:nvSpPr>
        <p:spPr>
          <a:xfrm rot="0">
            <a:off x="1249680" y="2000250"/>
            <a:ext cx="1170305" cy="69151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귀여운 </a:t>
            </a:r>
            <a:r>
              <a:rPr lang="ko-KR" sz="1800">
                <a:latin typeface="맑은 고딕" charset="0"/>
                <a:ea typeface="맑은 고딕" charset="0"/>
              </a:rPr>
              <a:t>아이콘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1" name="도형 119"/>
          <p:cNvSpPr>
            <a:spLocks/>
          </p:cNvSpPr>
          <p:nvPr/>
        </p:nvSpPr>
        <p:spPr>
          <a:xfrm rot="0">
            <a:off x="2863850" y="3844290"/>
            <a:ext cx="1628140" cy="32385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지우기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120"/>
          <p:cNvSpPr>
            <a:spLocks/>
          </p:cNvSpPr>
          <p:nvPr/>
        </p:nvSpPr>
        <p:spPr>
          <a:xfrm rot="0">
            <a:off x="2687955" y="368808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3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텍스트 상자 121"/>
          <p:cNvSpPr txBox="1">
            <a:spLocks/>
          </p:cNvSpPr>
          <p:nvPr/>
        </p:nvSpPr>
        <p:spPr>
          <a:xfrm rot="0">
            <a:off x="1119505" y="4300855"/>
            <a:ext cx="344868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검색결과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graphicFrame>
        <p:nvGraphicFramePr>
          <p:cNvPr id="14" name="표 122"/>
          <p:cNvGraphicFramePr>
            <a:graphicFrameLocks noGrp="1"/>
          </p:cNvGraphicFramePr>
          <p:nvPr/>
        </p:nvGraphicFramePr>
        <p:xfrm>
          <a:off x="1127125" y="4743450"/>
          <a:ext cx="6405245" cy="71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035"/>
                <a:gridCol w="915035"/>
                <a:gridCol w="915035"/>
                <a:gridCol w="915035"/>
                <a:gridCol w="915035"/>
                <a:gridCol w="915035"/>
                <a:gridCol w="915035"/>
              </a:tblGrid>
              <a:tr h="34036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구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건물이름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남성여성 </a:t>
                      </a:r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대변기수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개방여부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장소유형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개방시간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주소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도형 123"/>
          <p:cNvSpPr>
            <a:spLocks/>
          </p:cNvSpPr>
          <p:nvPr/>
        </p:nvSpPr>
        <p:spPr>
          <a:xfrm rot="0">
            <a:off x="848995" y="4611370"/>
            <a:ext cx="343535" cy="370840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4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26"/>
          <p:cNvGraphicFramePr>
            <a:graphicFrameLocks noGrp="1"/>
          </p:cNvGraphicFramePr>
          <p:nvPr/>
        </p:nvGraphicFramePr>
        <p:xfrm>
          <a:off x="9018905" y="1552575"/>
          <a:ext cx="2599690" cy="484822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0590"/>
                <a:gridCol w="1689100"/>
              </a:tblGrid>
              <a:tr h="296545">
                <a:tc gridSpan="2"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on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86130">
                <a:tc gridSpan="2"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메인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지하철,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이외의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장소 화장실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페이지로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갈 수 있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음 -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&gt;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지금 현재 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치한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 호선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클릭할 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42545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쉽게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로그인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할 수 있는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버튼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5867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아이디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 창 (정규화를 통해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앞에 알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파멧,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-19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자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를 넣지 않으면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아이디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형식이 잘못되었다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고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뜨게 한다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5867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3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비밀번호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창(정규화를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통해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8-20 자를 넣지 않으면 비밀번호가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잘못되었다고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메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세지 창을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뜨게 함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5867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로그인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버튼을 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르면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2,3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번에서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아이디와 비밀번호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정규화를 통해 필터링 하고 창을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넘김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회원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가입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페이지로 들어가는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버튼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graphicFrame>
        <p:nvGraphicFramePr>
          <p:cNvPr id="3" name="표 127"/>
          <p:cNvGraphicFramePr>
            <a:graphicFrameLocks noGrp="1"/>
          </p:cNvGraphicFramePr>
          <p:nvPr/>
        </p:nvGraphicFramePr>
        <p:xfrm>
          <a:off x="527050" y="247650"/>
          <a:ext cx="11148060" cy="108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010"/>
                <a:gridCol w="1858010"/>
                <a:gridCol w="1858010"/>
                <a:gridCol w="1858010"/>
                <a:gridCol w="1858010"/>
                <a:gridCol w="1858010"/>
              </a:tblGrid>
              <a:tr h="3708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프로젝트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w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ay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서비스 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김충희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코드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일자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025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04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11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화면경로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ndex.html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=&gt;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로그인(L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oginhtml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sp>
        <p:nvSpPr>
          <p:cNvPr id="4" name="도형 140"/>
          <p:cNvSpPr>
            <a:spLocks/>
          </p:cNvSpPr>
          <p:nvPr/>
        </p:nvSpPr>
        <p:spPr>
          <a:xfrm rot="0">
            <a:off x="2649855" y="1454150"/>
            <a:ext cx="4284980" cy="515366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" name="도형 143"/>
          <p:cNvSpPr>
            <a:spLocks/>
          </p:cNvSpPr>
          <p:nvPr/>
        </p:nvSpPr>
        <p:spPr>
          <a:xfrm rot="0">
            <a:off x="4191000" y="1591310"/>
            <a:ext cx="1200785" cy="68580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L</a:t>
            </a:r>
            <a:r>
              <a:rPr sz="1800">
                <a:latin typeface="맑은 고딕" charset="0"/>
                <a:ea typeface="맑은 고딕" charset="0"/>
              </a:rPr>
              <a:t>ogo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도형 145"/>
          <p:cNvSpPr>
            <a:spLocks/>
          </p:cNvSpPr>
          <p:nvPr/>
        </p:nvSpPr>
        <p:spPr>
          <a:xfrm rot="0">
            <a:off x="3772535" y="2513965"/>
            <a:ext cx="560070" cy="558800"/>
          </a:xfrm>
          <a:prstGeom prst="ellipse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500">
                <a:latin typeface="맑은 고딕" charset="0"/>
                <a:ea typeface="맑은 고딕" charset="0"/>
              </a:rPr>
              <a:t>네이버</a:t>
            </a:r>
            <a:endParaRPr lang="ko-KR" altLang="en-US" sz="5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도형 151"/>
          <p:cNvSpPr>
            <a:spLocks/>
          </p:cNvSpPr>
          <p:nvPr/>
        </p:nvSpPr>
        <p:spPr>
          <a:xfrm rot="0">
            <a:off x="4514215" y="2521585"/>
            <a:ext cx="560070" cy="558800"/>
          </a:xfrm>
          <a:prstGeom prst="ellipse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500">
                <a:solidFill>
                  <a:schemeClr val="tx1"/>
                </a:solidFill>
                <a:latin typeface="맑은 고딕" charset="0"/>
                <a:ea typeface="맑은 고딕" charset="0"/>
              </a:rPr>
              <a:t>구글</a:t>
            </a:r>
            <a:endParaRPr lang="ko-KR" altLang="en-US" sz="5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152"/>
          <p:cNvSpPr>
            <a:spLocks/>
          </p:cNvSpPr>
          <p:nvPr/>
        </p:nvSpPr>
        <p:spPr>
          <a:xfrm rot="0">
            <a:off x="5264150" y="2513330"/>
            <a:ext cx="560070" cy="558800"/>
          </a:xfrm>
          <a:prstGeom prst="ellipse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500">
                <a:solidFill>
                  <a:schemeClr val="tx1"/>
                </a:solidFill>
                <a:latin typeface="맑은 고딕" charset="0"/>
                <a:ea typeface="맑은 고딕" charset="0"/>
              </a:rPr>
              <a:t>카카오톡</a:t>
            </a:r>
            <a:endParaRPr lang="ko-KR" altLang="en-US" sz="5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도형 153"/>
          <p:cNvSpPr>
            <a:spLocks/>
          </p:cNvSpPr>
          <p:nvPr/>
        </p:nvSpPr>
        <p:spPr>
          <a:xfrm rot="0">
            <a:off x="3636645" y="3322320"/>
            <a:ext cx="2485390" cy="41211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아이디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154"/>
          <p:cNvSpPr>
            <a:spLocks/>
          </p:cNvSpPr>
          <p:nvPr/>
        </p:nvSpPr>
        <p:spPr>
          <a:xfrm rot="0">
            <a:off x="3640455" y="4325620"/>
            <a:ext cx="2485390" cy="41211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비밀번호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1" name="도형 155"/>
          <p:cNvSpPr>
            <a:spLocks/>
          </p:cNvSpPr>
          <p:nvPr/>
        </p:nvSpPr>
        <p:spPr>
          <a:xfrm rot="0">
            <a:off x="3640455" y="5045075"/>
            <a:ext cx="2485390" cy="412115"/>
          </a:xfrm>
          <a:prstGeom prst="rect"/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로그인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버튼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157"/>
          <p:cNvSpPr>
            <a:spLocks/>
          </p:cNvSpPr>
          <p:nvPr/>
        </p:nvSpPr>
        <p:spPr>
          <a:xfrm rot="0">
            <a:off x="3644265" y="5633085"/>
            <a:ext cx="2485390" cy="412115"/>
          </a:xfrm>
          <a:prstGeom prst="rect"/>
          <a:solidFill>
            <a:schemeClr val="bg1">
              <a:lumMod val="75000"/>
              <a:lumOff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회원가입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160"/>
          <p:cNvSpPr>
            <a:spLocks/>
          </p:cNvSpPr>
          <p:nvPr/>
        </p:nvSpPr>
        <p:spPr>
          <a:xfrm rot="0">
            <a:off x="3604260" y="235458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4" name="도형 161"/>
          <p:cNvSpPr>
            <a:spLocks/>
          </p:cNvSpPr>
          <p:nvPr/>
        </p:nvSpPr>
        <p:spPr>
          <a:xfrm rot="0">
            <a:off x="3435350" y="316738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5" name="도형 162"/>
          <p:cNvSpPr>
            <a:spLocks/>
          </p:cNvSpPr>
          <p:nvPr/>
        </p:nvSpPr>
        <p:spPr>
          <a:xfrm rot="0">
            <a:off x="3494405" y="407352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3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6" name="도형 163"/>
          <p:cNvSpPr>
            <a:spLocks/>
          </p:cNvSpPr>
          <p:nvPr/>
        </p:nvSpPr>
        <p:spPr>
          <a:xfrm rot="0">
            <a:off x="3435350" y="483552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4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" name="도형 164"/>
          <p:cNvSpPr>
            <a:spLocks/>
          </p:cNvSpPr>
          <p:nvPr/>
        </p:nvSpPr>
        <p:spPr>
          <a:xfrm rot="0">
            <a:off x="3435350" y="552958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5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65"/>
          <p:cNvGraphicFramePr>
            <a:graphicFrameLocks noGrp="1"/>
          </p:cNvGraphicFramePr>
          <p:nvPr/>
        </p:nvGraphicFramePr>
        <p:xfrm>
          <a:off x="9018905" y="1552575"/>
          <a:ext cx="2599690" cy="44342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0590"/>
                <a:gridCol w="1689100"/>
              </a:tblGrid>
              <a:tr h="296545">
                <a:tc gridSpan="2">
                  <a:txBody>
                    <a:bodyPr/>
                    <a:lstStyle/>
                    <a:p>
                      <a:pPr marL="0" indent="0" algn="ctr" hangingPunct="1" lvl="1">
                        <a:buFontTx/>
                        <a:buNone/>
                      </a:pP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D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escript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on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86130">
                <a:tc gridSpan="2"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메인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지하철,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이외의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장소 화장실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페이지로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들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어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갈 수 있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음 -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&gt;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지금 현재 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치한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서울 호선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클릭할 수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674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원하는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시간대를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입력할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수 있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창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(3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혹은 03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으로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입력하고 오후는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예를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들어 2시인 경우 14시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입력해야 함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자신이 속한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 이름을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적는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입력창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3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조회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버튼 &gt; 입력후 해당 역의 승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하차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인원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조회할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4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역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이름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,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 시간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입력을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지울 수 있음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해당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호선, 역 이름,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해당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시간 승차, 하차 인원 수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를 </a:t>
                      </a:r>
                      <a:r>
                        <a:rPr lang="ko-KR" altLang="en-US" sz="800" kern="1200" i="0" b="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출력함</a:t>
                      </a: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94970"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 lvl="1">
                        <a:buFontTx/>
                        <a:buNone/>
                      </a:pPr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graphicFrame>
        <p:nvGraphicFramePr>
          <p:cNvPr id="3" name="표 166"/>
          <p:cNvGraphicFramePr>
            <a:graphicFrameLocks noGrp="1"/>
          </p:cNvGraphicFramePr>
          <p:nvPr/>
        </p:nvGraphicFramePr>
        <p:xfrm>
          <a:off x="527050" y="247650"/>
          <a:ext cx="11148060" cy="108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8010"/>
                <a:gridCol w="1858010"/>
                <a:gridCol w="1858010"/>
                <a:gridCol w="1858010"/>
                <a:gridCol w="1858010"/>
                <a:gridCol w="1858010"/>
              </a:tblGrid>
              <a:tr h="3708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프로젝트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T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w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ay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서비스 명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김충희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코드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일자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025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04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11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  <a:tr h="35814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화면경로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(i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ndex.html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=&gt;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ubway 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sage date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(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SubwayUsageData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html</a:t>
                      </a:r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)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페이지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7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5</a:t>
                      </a:r>
                      <a:endParaRPr lang="ko-KR" altLang="en-US" sz="800" kern="1200" i="0" b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/>
                </a:tc>
              </a:tr>
            </a:tbl>
          </a:graphicData>
        </a:graphic>
      </p:graphicFrame>
      <p:sp>
        <p:nvSpPr>
          <p:cNvPr id="4" name="도형 181"/>
          <p:cNvSpPr>
            <a:spLocks/>
          </p:cNvSpPr>
          <p:nvPr/>
        </p:nvSpPr>
        <p:spPr>
          <a:xfrm rot="0">
            <a:off x="1358265" y="2995930"/>
            <a:ext cx="2976245" cy="44323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시간 입력창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" name="텍스트 상자 182"/>
          <p:cNvSpPr txBox="1">
            <a:spLocks/>
          </p:cNvSpPr>
          <p:nvPr/>
        </p:nvSpPr>
        <p:spPr>
          <a:xfrm rot="0">
            <a:off x="1362075" y="1657350"/>
            <a:ext cx="344868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S</a:t>
            </a:r>
            <a:r>
              <a:rPr sz="1800">
                <a:latin typeface="맑은 고딕" charset="0"/>
                <a:ea typeface="맑은 고딕" charset="0"/>
              </a:rPr>
              <a:t>e</a:t>
            </a:r>
            <a:r>
              <a:rPr lang="ko-KR" sz="1800">
                <a:latin typeface="맑은 고딕" charset="0"/>
                <a:ea typeface="맑은 고딕" charset="0"/>
              </a:rPr>
              <a:t>o</a:t>
            </a:r>
            <a:r>
              <a:rPr lang="ko-KR" sz="1800">
                <a:latin typeface="맑은 고딕" charset="0"/>
                <a:ea typeface="맑은 고딕" charset="0"/>
              </a:rPr>
              <a:t>ul subway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도형 186"/>
          <p:cNvSpPr>
            <a:spLocks/>
          </p:cNvSpPr>
          <p:nvPr/>
        </p:nvSpPr>
        <p:spPr>
          <a:xfrm rot="0">
            <a:off x="1192530" y="291655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1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도형 187"/>
          <p:cNvSpPr>
            <a:spLocks/>
          </p:cNvSpPr>
          <p:nvPr/>
        </p:nvSpPr>
        <p:spPr>
          <a:xfrm rot="0">
            <a:off x="1411605" y="2105025"/>
            <a:ext cx="1170305" cy="691515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귀여운 </a:t>
            </a:r>
            <a:r>
              <a:rPr lang="ko-KR" sz="1800">
                <a:latin typeface="맑은 고딕" charset="0"/>
                <a:ea typeface="맑은 고딕" charset="0"/>
              </a:rPr>
              <a:t>아이콘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텍스트 상자 190"/>
          <p:cNvSpPr txBox="1">
            <a:spLocks/>
          </p:cNvSpPr>
          <p:nvPr/>
        </p:nvSpPr>
        <p:spPr>
          <a:xfrm rot="0">
            <a:off x="1281430" y="5099685"/>
            <a:ext cx="344868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검색결과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graphicFrame>
        <p:nvGraphicFramePr>
          <p:cNvPr id="14" name="표 191"/>
          <p:cNvGraphicFramePr>
            <a:graphicFrameLocks noGrp="1"/>
          </p:cNvGraphicFramePr>
          <p:nvPr/>
        </p:nvGraphicFramePr>
        <p:xfrm>
          <a:off x="1289050" y="5542280"/>
          <a:ext cx="3660140" cy="588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035"/>
                <a:gridCol w="915035"/>
                <a:gridCol w="915035"/>
                <a:gridCol w="915035"/>
              </a:tblGrid>
              <a:tr h="217170"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호선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역 </a:t>
                      </a:r>
                      <a:r>
                        <a:rPr lang="ko-KR"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이름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승차 </a:t>
                      </a:r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인원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하차 </a:t>
                      </a:r>
                      <a:r>
                        <a:rPr sz="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인원</a:t>
                      </a:r>
                      <a:endParaRPr lang="ko-KR" altLang="en-US" sz="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hangingPunct="1"/>
                      <a:endParaRPr lang="ko-KR" altLang="en-US" sz="1800" kern="1200" i="0" b="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solidFill>
                      <a:schemeClr val="bg1">
                        <a:lumMod val="85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도형 192"/>
          <p:cNvSpPr>
            <a:spLocks/>
          </p:cNvSpPr>
          <p:nvPr/>
        </p:nvSpPr>
        <p:spPr>
          <a:xfrm rot="0">
            <a:off x="1010920" y="5410200"/>
            <a:ext cx="343535" cy="370840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5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6" name="도형 193"/>
          <p:cNvSpPr>
            <a:spLocks/>
          </p:cNvSpPr>
          <p:nvPr/>
        </p:nvSpPr>
        <p:spPr>
          <a:xfrm rot="0">
            <a:off x="1345565" y="3728085"/>
            <a:ext cx="2976245" cy="44323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역 </a:t>
            </a:r>
            <a:r>
              <a:rPr lang="ko-KR" sz="1800">
                <a:latin typeface="맑은 고딕" charset="0"/>
                <a:ea typeface="맑은 고딕" charset="0"/>
              </a:rPr>
              <a:t>이름 입력창</a:t>
            </a:r>
            <a:r>
              <a:rPr lang="ko-KR" sz="1800">
                <a:latin typeface="맑은 고딕" charset="0"/>
                <a:ea typeface="맑은 고딕" charset="0"/>
              </a:rPr>
              <a:t>.</a:t>
            </a:r>
            <a:r>
              <a:rPr lang="ko-KR" sz="1800">
                <a:latin typeface="맑은 고딕" charset="0"/>
                <a:ea typeface="맑은 고딕" charset="0"/>
              </a:rPr>
              <a:t>..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" name="도형 194"/>
          <p:cNvSpPr>
            <a:spLocks/>
          </p:cNvSpPr>
          <p:nvPr/>
        </p:nvSpPr>
        <p:spPr>
          <a:xfrm rot="0">
            <a:off x="1179830" y="364871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8" name="도형 195"/>
          <p:cNvSpPr>
            <a:spLocks/>
          </p:cNvSpPr>
          <p:nvPr/>
        </p:nvSpPr>
        <p:spPr>
          <a:xfrm rot="0">
            <a:off x="1355090" y="4580255"/>
            <a:ext cx="1628140" cy="32385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조회	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9" name="도형 196"/>
          <p:cNvSpPr>
            <a:spLocks/>
          </p:cNvSpPr>
          <p:nvPr/>
        </p:nvSpPr>
        <p:spPr>
          <a:xfrm rot="0">
            <a:off x="1179195" y="4424045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3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" name="도형 197"/>
          <p:cNvSpPr>
            <a:spLocks/>
          </p:cNvSpPr>
          <p:nvPr/>
        </p:nvSpPr>
        <p:spPr>
          <a:xfrm rot="0">
            <a:off x="3093720" y="4575810"/>
            <a:ext cx="1628140" cy="323850"/>
          </a:xfrm>
          <a:prstGeom prst="rect"/>
          <a:solidFill>
            <a:schemeClr val="bg1">
              <a:lumMod val="85000"/>
              <a:lumOff val="0"/>
            </a:schemeClr>
          </a:solidFill>
          <a:ln cap="flat" cmpd="sng">
            <a:prstDash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지우기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도형 198"/>
          <p:cNvSpPr>
            <a:spLocks/>
          </p:cNvSpPr>
          <p:nvPr/>
        </p:nvSpPr>
        <p:spPr>
          <a:xfrm rot="0">
            <a:off x="2917825" y="4419600"/>
            <a:ext cx="343535" cy="324485"/>
          </a:xfrm>
          <a:prstGeom prst="rect"/>
          <a:solidFill>
            <a:srgbClr val="CCFF66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4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heme pattern square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pattern square" id="{B0339716-848F-4588-B127-A5FA481BABD2}" vid="{0C661C3F-A2D7-49AE-9CDB-144D51DFD48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13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충희 김</dc:creator>
  <cp:lastModifiedBy>충희 김</cp:lastModifiedBy>
  <dc:title>PowerPoint 프레젠테이션</dc:title>
  <cp:version>10.105.262.54977</cp:version>
</cp:coreProperties>
</file>